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MuseoModerno ExtraBold"/>
      <p:bold r:id="rId23"/>
      <p:boldItalic r:id="rId24"/>
    </p:embeddedFont>
    <p:embeddedFont>
      <p:font typeface="Instrument Sans"/>
      <p:regular r:id="rId25"/>
      <p:bold r:id="rId26"/>
      <p:italic r:id="rId27"/>
      <p:boldItalic r:id="rId28"/>
    </p:embeddedFont>
    <p:embeddedFont>
      <p:font typeface="MuseoModerno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useoModernoExtraBold-boldItalic.fntdata"/><Relationship Id="rId23" Type="http://schemas.openxmlformats.org/officeDocument/2006/relationships/font" Target="fonts/MuseoModerno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strumentSans-bold.fntdata"/><Relationship Id="rId25" Type="http://schemas.openxmlformats.org/officeDocument/2006/relationships/font" Target="fonts/InstrumentSans-regular.fntdata"/><Relationship Id="rId28" Type="http://schemas.openxmlformats.org/officeDocument/2006/relationships/font" Target="fonts/InstrumentSans-boldItalic.fntdata"/><Relationship Id="rId27" Type="http://schemas.openxmlformats.org/officeDocument/2006/relationships/font" Target="fonts/Instrument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useoModerno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useoModernoSemiBold-italic.fntdata"/><Relationship Id="rId30" Type="http://schemas.openxmlformats.org/officeDocument/2006/relationships/font" Target="fonts/MuseoModerno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MuseoModerno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a443cca4a2_0_2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a443cca4a2_0_2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SLIDES_API148853439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SLIDES_API148853439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SLIDES_API148853439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SLIDES_API148853439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SLIDES_API1488534396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SLIDES_API148853439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SLIDES_API1488534396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SLIDES_API1488534396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SLIDES_API1488534396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SLIDES_API1488534396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SLIDES_API1488534396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SLIDES_API1488534396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SLIDES_API148853439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SLIDES_API148853439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SLIDES_API1488534396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SLIDES_API1488534396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SLIDES_API1488534396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SLIDES_API1488534396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SLIDES_API1488534396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SLIDES_API1488534396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SLIDES_API1488534396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SLIDES_API1488534396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SLIDES_API1488534396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SLIDES_API1488534396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SLIDES_API1488534396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SLIDES_API1488534396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SLIDES_API1488534396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SLIDES_API1488534396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SLIDES_API1488534396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SLIDES_API1488534396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22700" y="2730150"/>
            <a:ext cx="3794100" cy="2031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useoModerno ExtraBold"/>
              <a:buNone/>
              <a:defRPr sz="6000">
                <a:solidFill>
                  <a:schemeClr val="lt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useoModerno ExtraBold"/>
              <a:buNone/>
              <a:defRPr sz="6000">
                <a:solidFill>
                  <a:schemeClr val="lt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useoModerno ExtraBold"/>
              <a:buNone/>
              <a:defRPr sz="6000">
                <a:solidFill>
                  <a:schemeClr val="lt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useoModerno ExtraBold"/>
              <a:buNone/>
              <a:defRPr sz="6000">
                <a:solidFill>
                  <a:schemeClr val="lt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useoModerno ExtraBold"/>
              <a:buNone/>
              <a:defRPr sz="6000">
                <a:solidFill>
                  <a:schemeClr val="lt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useoModerno ExtraBold"/>
              <a:buNone/>
              <a:defRPr sz="6000">
                <a:solidFill>
                  <a:schemeClr val="lt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useoModerno ExtraBold"/>
              <a:buNone/>
              <a:defRPr sz="6000">
                <a:solidFill>
                  <a:schemeClr val="lt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useoModerno ExtraBold"/>
              <a:buNone/>
              <a:defRPr sz="6000">
                <a:solidFill>
                  <a:schemeClr val="lt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useoModerno ExtraBold"/>
              <a:buNone/>
              <a:defRPr sz="6000">
                <a:solidFill>
                  <a:schemeClr val="lt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22700" y="397850"/>
            <a:ext cx="24381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8" name="Google Shape;58;p14"/>
          <p:cNvGrpSpPr/>
          <p:nvPr/>
        </p:nvGrpSpPr>
        <p:grpSpPr>
          <a:xfrm>
            <a:off x="5330251" y="158997"/>
            <a:ext cx="3626907" cy="4776444"/>
            <a:chOff x="903725" y="1150300"/>
            <a:chExt cx="2556500" cy="3366775"/>
          </a:xfrm>
        </p:grpSpPr>
        <p:sp>
          <p:nvSpPr>
            <p:cNvPr id="59" name="Google Shape;59;p14"/>
            <p:cNvSpPr/>
            <p:nvPr/>
          </p:nvSpPr>
          <p:spPr>
            <a:xfrm>
              <a:off x="903725" y="1150300"/>
              <a:ext cx="770425" cy="770425"/>
            </a:xfrm>
            <a:custGeom>
              <a:rect b="b" l="l" r="r" t="t"/>
              <a:pathLst>
                <a:path extrusionOk="0" h="30817" w="30817">
                  <a:moveTo>
                    <a:pt x="15409" y="0"/>
                  </a:moveTo>
                  <a:cubicBezTo>
                    <a:pt x="6907" y="0"/>
                    <a:pt x="1" y="6883"/>
                    <a:pt x="1" y="15408"/>
                  </a:cubicBezTo>
                  <a:cubicBezTo>
                    <a:pt x="1" y="23910"/>
                    <a:pt x="6907" y="30816"/>
                    <a:pt x="15409" y="30816"/>
                  </a:cubicBezTo>
                  <a:cubicBezTo>
                    <a:pt x="23910" y="30816"/>
                    <a:pt x="30817" y="23910"/>
                    <a:pt x="30817" y="15408"/>
                  </a:cubicBezTo>
                  <a:cubicBezTo>
                    <a:pt x="30817" y="6883"/>
                    <a:pt x="23910" y="0"/>
                    <a:pt x="154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1561600" y="1262825"/>
              <a:ext cx="362600" cy="544775"/>
            </a:xfrm>
            <a:custGeom>
              <a:rect b="b" l="l" r="r" t="t"/>
              <a:pathLst>
                <a:path extrusionOk="0" h="21791" w="14504">
                  <a:moveTo>
                    <a:pt x="1" y="0"/>
                  </a:moveTo>
                  <a:lnTo>
                    <a:pt x="1" y="21790"/>
                  </a:lnTo>
                  <a:cubicBezTo>
                    <a:pt x="2001" y="19790"/>
                    <a:pt x="4627" y="18790"/>
                    <a:pt x="7252" y="18790"/>
                  </a:cubicBezTo>
                  <a:cubicBezTo>
                    <a:pt x="9878" y="18790"/>
                    <a:pt x="12503" y="19790"/>
                    <a:pt x="14504" y="21790"/>
                  </a:cubicBezTo>
                  <a:lnTo>
                    <a:pt x="14504" y="0"/>
                  </a:lnTo>
                  <a:cubicBezTo>
                    <a:pt x="12503" y="2013"/>
                    <a:pt x="9878" y="3019"/>
                    <a:pt x="7252" y="3019"/>
                  </a:cubicBezTo>
                  <a:cubicBezTo>
                    <a:pt x="4627" y="3019"/>
                    <a:pt x="2001" y="201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1811050" y="1150300"/>
              <a:ext cx="770425" cy="770425"/>
            </a:xfrm>
            <a:custGeom>
              <a:rect b="b" l="l" r="r" t="t"/>
              <a:pathLst>
                <a:path extrusionOk="0" h="30817" w="30817">
                  <a:moveTo>
                    <a:pt x="15409" y="0"/>
                  </a:moveTo>
                  <a:cubicBezTo>
                    <a:pt x="6907" y="0"/>
                    <a:pt x="1" y="6883"/>
                    <a:pt x="1" y="15408"/>
                  </a:cubicBezTo>
                  <a:cubicBezTo>
                    <a:pt x="1" y="23910"/>
                    <a:pt x="6907" y="30816"/>
                    <a:pt x="15409" y="30816"/>
                  </a:cubicBezTo>
                  <a:cubicBezTo>
                    <a:pt x="23934" y="30816"/>
                    <a:pt x="30817" y="23910"/>
                    <a:pt x="30817" y="15408"/>
                  </a:cubicBezTo>
                  <a:cubicBezTo>
                    <a:pt x="30817" y="6883"/>
                    <a:pt x="23934" y="0"/>
                    <a:pt x="154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924175" y="1807575"/>
              <a:ext cx="544775" cy="322700"/>
            </a:xfrm>
            <a:custGeom>
              <a:rect b="b" l="l" r="r" t="t"/>
              <a:pathLst>
                <a:path extrusionOk="0" h="12908" w="21791">
                  <a:moveTo>
                    <a:pt x="1" y="0"/>
                  </a:moveTo>
                  <a:cubicBezTo>
                    <a:pt x="3549" y="3573"/>
                    <a:pt x="3549" y="9359"/>
                    <a:pt x="1" y="12908"/>
                  </a:cubicBezTo>
                  <a:lnTo>
                    <a:pt x="21791" y="12908"/>
                  </a:lnTo>
                  <a:cubicBezTo>
                    <a:pt x="18219" y="9359"/>
                    <a:pt x="18219" y="3573"/>
                    <a:pt x="217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689825" y="1150300"/>
              <a:ext cx="770400" cy="770425"/>
            </a:xfrm>
            <a:custGeom>
              <a:rect b="b" l="l" r="r" t="t"/>
              <a:pathLst>
                <a:path extrusionOk="0" h="30817" w="30816">
                  <a:moveTo>
                    <a:pt x="15408" y="0"/>
                  </a:moveTo>
                  <a:cubicBezTo>
                    <a:pt x="6906" y="0"/>
                    <a:pt x="0" y="6883"/>
                    <a:pt x="0" y="15408"/>
                  </a:cubicBezTo>
                  <a:cubicBezTo>
                    <a:pt x="0" y="23910"/>
                    <a:pt x="6906" y="30816"/>
                    <a:pt x="15408" y="30816"/>
                  </a:cubicBezTo>
                  <a:cubicBezTo>
                    <a:pt x="23934" y="30816"/>
                    <a:pt x="30816" y="23910"/>
                    <a:pt x="30816" y="15408"/>
                  </a:cubicBezTo>
                  <a:cubicBezTo>
                    <a:pt x="30816" y="6883"/>
                    <a:pt x="23934" y="0"/>
                    <a:pt x="154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903725" y="2017725"/>
              <a:ext cx="770425" cy="770425"/>
            </a:xfrm>
            <a:custGeom>
              <a:rect b="b" l="l" r="r" t="t"/>
              <a:pathLst>
                <a:path extrusionOk="0" h="30817" w="30817">
                  <a:moveTo>
                    <a:pt x="15409" y="1"/>
                  </a:moveTo>
                  <a:cubicBezTo>
                    <a:pt x="6907" y="1"/>
                    <a:pt x="1" y="6883"/>
                    <a:pt x="1" y="15409"/>
                  </a:cubicBezTo>
                  <a:cubicBezTo>
                    <a:pt x="1" y="23910"/>
                    <a:pt x="6907" y="30817"/>
                    <a:pt x="15409" y="30817"/>
                  </a:cubicBezTo>
                  <a:cubicBezTo>
                    <a:pt x="23910" y="30817"/>
                    <a:pt x="30817" y="23910"/>
                    <a:pt x="30817" y="15409"/>
                  </a:cubicBezTo>
                  <a:cubicBezTo>
                    <a:pt x="30817" y="6883"/>
                    <a:pt x="23910" y="1"/>
                    <a:pt x="154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811050" y="2017725"/>
              <a:ext cx="770425" cy="770425"/>
            </a:xfrm>
            <a:custGeom>
              <a:rect b="b" l="l" r="r" t="t"/>
              <a:pathLst>
                <a:path extrusionOk="0" h="30817" w="30817">
                  <a:moveTo>
                    <a:pt x="15409" y="1"/>
                  </a:moveTo>
                  <a:cubicBezTo>
                    <a:pt x="6907" y="1"/>
                    <a:pt x="1" y="6883"/>
                    <a:pt x="1" y="15409"/>
                  </a:cubicBezTo>
                  <a:cubicBezTo>
                    <a:pt x="1" y="23910"/>
                    <a:pt x="6907" y="30817"/>
                    <a:pt x="15409" y="30817"/>
                  </a:cubicBezTo>
                  <a:cubicBezTo>
                    <a:pt x="23934" y="30817"/>
                    <a:pt x="30817" y="23910"/>
                    <a:pt x="30817" y="15409"/>
                  </a:cubicBezTo>
                  <a:cubicBezTo>
                    <a:pt x="30817" y="6883"/>
                    <a:pt x="23934" y="1"/>
                    <a:pt x="15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2468925" y="2130250"/>
              <a:ext cx="334025" cy="544775"/>
            </a:xfrm>
            <a:custGeom>
              <a:rect b="b" l="l" r="r" t="t"/>
              <a:pathLst>
                <a:path extrusionOk="0" h="21791" w="13361">
                  <a:moveTo>
                    <a:pt x="1" y="1"/>
                  </a:moveTo>
                  <a:lnTo>
                    <a:pt x="1" y="21791"/>
                  </a:lnTo>
                  <a:cubicBezTo>
                    <a:pt x="1847" y="19945"/>
                    <a:pt x="4264" y="19022"/>
                    <a:pt x="6681" y="19022"/>
                  </a:cubicBezTo>
                  <a:cubicBezTo>
                    <a:pt x="9098" y="19022"/>
                    <a:pt x="11515" y="19945"/>
                    <a:pt x="13361" y="21791"/>
                  </a:cubicBezTo>
                  <a:lnTo>
                    <a:pt x="13361" y="1"/>
                  </a:lnTo>
                  <a:cubicBezTo>
                    <a:pt x="11515" y="1846"/>
                    <a:pt x="9098" y="2769"/>
                    <a:pt x="6681" y="2769"/>
                  </a:cubicBezTo>
                  <a:cubicBezTo>
                    <a:pt x="4264" y="2769"/>
                    <a:pt x="1847" y="1846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2689825" y="2017725"/>
              <a:ext cx="770400" cy="770425"/>
            </a:xfrm>
            <a:custGeom>
              <a:rect b="b" l="l" r="r" t="t"/>
              <a:pathLst>
                <a:path extrusionOk="0" h="30817" w="30816">
                  <a:moveTo>
                    <a:pt x="15408" y="1"/>
                  </a:moveTo>
                  <a:cubicBezTo>
                    <a:pt x="6906" y="1"/>
                    <a:pt x="0" y="6883"/>
                    <a:pt x="0" y="15409"/>
                  </a:cubicBezTo>
                  <a:cubicBezTo>
                    <a:pt x="0" y="23910"/>
                    <a:pt x="6906" y="30817"/>
                    <a:pt x="15408" y="30817"/>
                  </a:cubicBezTo>
                  <a:cubicBezTo>
                    <a:pt x="23934" y="30817"/>
                    <a:pt x="30816" y="23910"/>
                    <a:pt x="30816" y="15409"/>
                  </a:cubicBezTo>
                  <a:cubicBezTo>
                    <a:pt x="30816" y="6883"/>
                    <a:pt x="23934" y="1"/>
                    <a:pt x="154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903725" y="2885175"/>
              <a:ext cx="770425" cy="770425"/>
            </a:xfrm>
            <a:custGeom>
              <a:rect b="b" l="l" r="r" t="t"/>
              <a:pathLst>
                <a:path extrusionOk="0" h="30817" w="30817">
                  <a:moveTo>
                    <a:pt x="15409" y="0"/>
                  </a:moveTo>
                  <a:cubicBezTo>
                    <a:pt x="6907" y="0"/>
                    <a:pt x="1" y="6907"/>
                    <a:pt x="1" y="15408"/>
                  </a:cubicBezTo>
                  <a:cubicBezTo>
                    <a:pt x="1" y="23910"/>
                    <a:pt x="6907" y="30816"/>
                    <a:pt x="15409" y="30816"/>
                  </a:cubicBezTo>
                  <a:cubicBezTo>
                    <a:pt x="23910" y="30816"/>
                    <a:pt x="30817" y="23910"/>
                    <a:pt x="30817" y="15408"/>
                  </a:cubicBezTo>
                  <a:cubicBezTo>
                    <a:pt x="30817" y="6907"/>
                    <a:pt x="23910" y="0"/>
                    <a:pt x="154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1561600" y="2997700"/>
              <a:ext cx="362600" cy="544775"/>
            </a:xfrm>
            <a:custGeom>
              <a:rect b="b" l="l" r="r" t="t"/>
              <a:pathLst>
                <a:path extrusionOk="0" h="21791" w="14504">
                  <a:moveTo>
                    <a:pt x="1" y="0"/>
                  </a:moveTo>
                  <a:lnTo>
                    <a:pt x="1" y="21790"/>
                  </a:lnTo>
                  <a:cubicBezTo>
                    <a:pt x="2001" y="19790"/>
                    <a:pt x="4627" y="18790"/>
                    <a:pt x="7252" y="18790"/>
                  </a:cubicBezTo>
                  <a:cubicBezTo>
                    <a:pt x="9878" y="18790"/>
                    <a:pt x="12503" y="19790"/>
                    <a:pt x="14504" y="21790"/>
                  </a:cubicBezTo>
                  <a:lnTo>
                    <a:pt x="14504" y="0"/>
                  </a:lnTo>
                  <a:cubicBezTo>
                    <a:pt x="12503" y="2013"/>
                    <a:pt x="9878" y="3019"/>
                    <a:pt x="7252" y="3019"/>
                  </a:cubicBezTo>
                  <a:cubicBezTo>
                    <a:pt x="4627" y="3019"/>
                    <a:pt x="2001" y="2013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811050" y="2885175"/>
              <a:ext cx="770425" cy="770425"/>
            </a:xfrm>
            <a:custGeom>
              <a:rect b="b" l="l" r="r" t="t"/>
              <a:pathLst>
                <a:path extrusionOk="0" h="30817" w="30817">
                  <a:moveTo>
                    <a:pt x="15409" y="0"/>
                  </a:moveTo>
                  <a:cubicBezTo>
                    <a:pt x="6907" y="0"/>
                    <a:pt x="1" y="6907"/>
                    <a:pt x="1" y="15408"/>
                  </a:cubicBezTo>
                  <a:cubicBezTo>
                    <a:pt x="1" y="23910"/>
                    <a:pt x="6907" y="30816"/>
                    <a:pt x="15409" y="30816"/>
                  </a:cubicBezTo>
                  <a:cubicBezTo>
                    <a:pt x="23934" y="30816"/>
                    <a:pt x="30817" y="23910"/>
                    <a:pt x="30817" y="15408"/>
                  </a:cubicBezTo>
                  <a:cubicBezTo>
                    <a:pt x="30817" y="6907"/>
                    <a:pt x="23934" y="0"/>
                    <a:pt x="154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200425" y="3266800"/>
              <a:ext cx="871050" cy="869250"/>
            </a:xfrm>
            <a:custGeom>
              <a:rect b="b" l="l" r="r" t="t"/>
              <a:pathLst>
                <a:path extrusionOk="0" h="34770" w="34842">
                  <a:moveTo>
                    <a:pt x="15242" y="0"/>
                  </a:moveTo>
                  <a:lnTo>
                    <a:pt x="1" y="15551"/>
                  </a:lnTo>
                  <a:cubicBezTo>
                    <a:pt x="74" y="15550"/>
                    <a:pt x="147" y="15550"/>
                    <a:pt x="220" y="15550"/>
                  </a:cubicBezTo>
                  <a:cubicBezTo>
                    <a:pt x="10836" y="15550"/>
                    <a:pt x="19481" y="24126"/>
                    <a:pt x="19576" y="34769"/>
                  </a:cubicBezTo>
                  <a:lnTo>
                    <a:pt x="34841" y="19195"/>
                  </a:lnTo>
                  <a:lnTo>
                    <a:pt x="34841" y="19195"/>
                  </a:lnTo>
                  <a:cubicBezTo>
                    <a:pt x="34768" y="19196"/>
                    <a:pt x="34694" y="19196"/>
                    <a:pt x="34621" y="19196"/>
                  </a:cubicBezTo>
                  <a:cubicBezTo>
                    <a:pt x="24005" y="19196"/>
                    <a:pt x="15360" y="10643"/>
                    <a:pt x="152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2689825" y="2885175"/>
              <a:ext cx="770400" cy="770425"/>
            </a:xfrm>
            <a:custGeom>
              <a:rect b="b" l="l" r="r" t="t"/>
              <a:pathLst>
                <a:path extrusionOk="0" h="30817" w="30816">
                  <a:moveTo>
                    <a:pt x="15408" y="0"/>
                  </a:moveTo>
                  <a:cubicBezTo>
                    <a:pt x="6906" y="0"/>
                    <a:pt x="0" y="6907"/>
                    <a:pt x="0" y="15408"/>
                  </a:cubicBezTo>
                  <a:cubicBezTo>
                    <a:pt x="0" y="23910"/>
                    <a:pt x="6906" y="30816"/>
                    <a:pt x="15408" y="30816"/>
                  </a:cubicBezTo>
                  <a:cubicBezTo>
                    <a:pt x="23934" y="30816"/>
                    <a:pt x="30816" y="23910"/>
                    <a:pt x="30816" y="15408"/>
                  </a:cubicBezTo>
                  <a:cubicBezTo>
                    <a:pt x="30816" y="6907"/>
                    <a:pt x="23934" y="0"/>
                    <a:pt x="154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903725" y="3746650"/>
              <a:ext cx="770425" cy="770425"/>
            </a:xfrm>
            <a:custGeom>
              <a:rect b="b" l="l" r="r" t="t"/>
              <a:pathLst>
                <a:path extrusionOk="0" h="30817" w="30817">
                  <a:moveTo>
                    <a:pt x="15409" y="1"/>
                  </a:moveTo>
                  <a:cubicBezTo>
                    <a:pt x="6907" y="1"/>
                    <a:pt x="1" y="6907"/>
                    <a:pt x="1" y="15409"/>
                  </a:cubicBezTo>
                  <a:cubicBezTo>
                    <a:pt x="1" y="23934"/>
                    <a:pt x="6907" y="30817"/>
                    <a:pt x="15409" y="30817"/>
                  </a:cubicBezTo>
                  <a:cubicBezTo>
                    <a:pt x="23910" y="30817"/>
                    <a:pt x="30817" y="23934"/>
                    <a:pt x="30817" y="15409"/>
                  </a:cubicBezTo>
                  <a:cubicBezTo>
                    <a:pt x="30817" y="6907"/>
                    <a:pt x="23910" y="1"/>
                    <a:pt x="15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1811050" y="3746650"/>
              <a:ext cx="770425" cy="770425"/>
            </a:xfrm>
            <a:custGeom>
              <a:rect b="b" l="l" r="r" t="t"/>
              <a:pathLst>
                <a:path extrusionOk="0" h="30817" w="30817">
                  <a:moveTo>
                    <a:pt x="15409" y="1"/>
                  </a:moveTo>
                  <a:cubicBezTo>
                    <a:pt x="6907" y="1"/>
                    <a:pt x="1" y="6907"/>
                    <a:pt x="1" y="15409"/>
                  </a:cubicBezTo>
                  <a:cubicBezTo>
                    <a:pt x="1" y="23934"/>
                    <a:pt x="6907" y="30817"/>
                    <a:pt x="15409" y="30817"/>
                  </a:cubicBezTo>
                  <a:cubicBezTo>
                    <a:pt x="23934" y="30817"/>
                    <a:pt x="30817" y="23934"/>
                    <a:pt x="30817" y="15409"/>
                  </a:cubicBezTo>
                  <a:cubicBezTo>
                    <a:pt x="30817" y="6907"/>
                    <a:pt x="23934" y="1"/>
                    <a:pt x="154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2468925" y="3859775"/>
              <a:ext cx="334025" cy="544775"/>
            </a:xfrm>
            <a:custGeom>
              <a:rect b="b" l="l" r="r" t="t"/>
              <a:pathLst>
                <a:path extrusionOk="0" h="21791" w="13361">
                  <a:moveTo>
                    <a:pt x="1" y="0"/>
                  </a:moveTo>
                  <a:lnTo>
                    <a:pt x="1" y="21791"/>
                  </a:lnTo>
                  <a:cubicBezTo>
                    <a:pt x="1847" y="19945"/>
                    <a:pt x="4264" y="19022"/>
                    <a:pt x="6681" y="19022"/>
                  </a:cubicBezTo>
                  <a:cubicBezTo>
                    <a:pt x="9098" y="19022"/>
                    <a:pt x="11515" y="19945"/>
                    <a:pt x="13361" y="21791"/>
                  </a:cubicBezTo>
                  <a:lnTo>
                    <a:pt x="13361" y="0"/>
                  </a:lnTo>
                  <a:cubicBezTo>
                    <a:pt x="11515" y="1846"/>
                    <a:pt x="9098" y="2769"/>
                    <a:pt x="6681" y="2769"/>
                  </a:cubicBezTo>
                  <a:cubicBezTo>
                    <a:pt x="4264" y="2769"/>
                    <a:pt x="1847" y="1846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2689825" y="3746650"/>
              <a:ext cx="770400" cy="770425"/>
            </a:xfrm>
            <a:custGeom>
              <a:rect b="b" l="l" r="r" t="t"/>
              <a:pathLst>
                <a:path extrusionOk="0" h="30817" w="30816">
                  <a:moveTo>
                    <a:pt x="15408" y="1"/>
                  </a:moveTo>
                  <a:cubicBezTo>
                    <a:pt x="6906" y="1"/>
                    <a:pt x="0" y="6907"/>
                    <a:pt x="0" y="15409"/>
                  </a:cubicBezTo>
                  <a:cubicBezTo>
                    <a:pt x="0" y="23934"/>
                    <a:pt x="6906" y="30817"/>
                    <a:pt x="15408" y="30817"/>
                  </a:cubicBezTo>
                  <a:cubicBezTo>
                    <a:pt x="23934" y="30817"/>
                    <a:pt x="30816" y="23934"/>
                    <a:pt x="30816" y="15409"/>
                  </a:cubicBezTo>
                  <a:cubicBezTo>
                    <a:pt x="30816" y="6907"/>
                    <a:pt x="23934" y="1"/>
                    <a:pt x="154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>
  <p:cSld name="TITLE_1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5"/>
          <p:cNvSpPr txBox="1"/>
          <p:nvPr>
            <p:ph type="ctrTitle"/>
          </p:nvPr>
        </p:nvSpPr>
        <p:spPr>
          <a:xfrm>
            <a:off x="422700" y="388775"/>
            <a:ext cx="5718900" cy="55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22700" y="1180400"/>
            <a:ext cx="5718900" cy="348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5"/>
          <p:cNvSpPr/>
          <p:nvPr/>
        </p:nvSpPr>
        <p:spPr>
          <a:xfrm>
            <a:off x="6633875" y="388775"/>
            <a:ext cx="987451" cy="987451"/>
          </a:xfrm>
          <a:custGeom>
            <a:rect b="b" l="l" r="r" t="t"/>
            <a:pathLst>
              <a:path extrusionOk="0" h="31460" w="31460">
                <a:moveTo>
                  <a:pt x="15742" y="1"/>
                </a:moveTo>
                <a:cubicBezTo>
                  <a:pt x="7050" y="1"/>
                  <a:pt x="1" y="7026"/>
                  <a:pt x="1" y="15718"/>
                </a:cubicBezTo>
                <a:cubicBezTo>
                  <a:pt x="1" y="24410"/>
                  <a:pt x="7050" y="31459"/>
                  <a:pt x="15742" y="31459"/>
                </a:cubicBezTo>
                <a:cubicBezTo>
                  <a:pt x="24410" y="31459"/>
                  <a:pt x="31460" y="24410"/>
                  <a:pt x="31460" y="15718"/>
                </a:cubicBezTo>
                <a:cubicBezTo>
                  <a:pt x="31460" y="7026"/>
                  <a:pt x="24410" y="1"/>
                  <a:pt x="1574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7760326" y="388775"/>
            <a:ext cx="987419" cy="987451"/>
          </a:xfrm>
          <a:custGeom>
            <a:rect b="b" l="l" r="r" t="t"/>
            <a:pathLst>
              <a:path extrusionOk="0" h="31460" w="31459">
                <a:moveTo>
                  <a:pt x="15718" y="1"/>
                </a:moveTo>
                <a:cubicBezTo>
                  <a:pt x="7049" y="1"/>
                  <a:pt x="0" y="7026"/>
                  <a:pt x="0" y="15718"/>
                </a:cubicBezTo>
                <a:cubicBezTo>
                  <a:pt x="0" y="24410"/>
                  <a:pt x="7049" y="31459"/>
                  <a:pt x="15718" y="31459"/>
                </a:cubicBezTo>
                <a:cubicBezTo>
                  <a:pt x="24410" y="31459"/>
                  <a:pt x="31459" y="24410"/>
                  <a:pt x="31459" y="15718"/>
                </a:cubicBezTo>
                <a:cubicBezTo>
                  <a:pt x="31459" y="7026"/>
                  <a:pt x="24410" y="1"/>
                  <a:pt x="157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7130952" y="879105"/>
            <a:ext cx="1119749" cy="1118274"/>
          </a:xfrm>
          <a:custGeom>
            <a:rect b="b" l="l" r="r" t="t"/>
            <a:pathLst>
              <a:path extrusionOk="0" h="35628" w="35675">
                <a:moveTo>
                  <a:pt x="20052" y="1"/>
                </a:moveTo>
                <a:cubicBezTo>
                  <a:pt x="19981" y="10959"/>
                  <a:pt x="11074" y="19791"/>
                  <a:pt x="132" y="19791"/>
                </a:cubicBezTo>
                <a:cubicBezTo>
                  <a:pt x="88" y="19791"/>
                  <a:pt x="44" y="19791"/>
                  <a:pt x="0" y="19791"/>
                </a:cubicBezTo>
                <a:lnTo>
                  <a:pt x="0" y="19791"/>
                </a:lnTo>
                <a:lnTo>
                  <a:pt x="15623" y="35627"/>
                </a:lnTo>
                <a:cubicBezTo>
                  <a:pt x="15694" y="24669"/>
                  <a:pt x="24600" y="15837"/>
                  <a:pt x="35542" y="15837"/>
                </a:cubicBezTo>
                <a:cubicBezTo>
                  <a:pt x="35586" y="15837"/>
                  <a:pt x="35630" y="15837"/>
                  <a:pt x="35674" y="15837"/>
                </a:cubicBezTo>
                <a:lnTo>
                  <a:pt x="2005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633875" y="1500258"/>
            <a:ext cx="987451" cy="987451"/>
          </a:xfrm>
          <a:custGeom>
            <a:rect b="b" l="l" r="r" t="t"/>
            <a:pathLst>
              <a:path extrusionOk="0" h="31460" w="31460">
                <a:moveTo>
                  <a:pt x="15742" y="1"/>
                </a:moveTo>
                <a:cubicBezTo>
                  <a:pt x="7050" y="1"/>
                  <a:pt x="1" y="7050"/>
                  <a:pt x="1" y="15718"/>
                </a:cubicBezTo>
                <a:cubicBezTo>
                  <a:pt x="1" y="24410"/>
                  <a:pt x="7050" y="31459"/>
                  <a:pt x="15742" y="31459"/>
                </a:cubicBezTo>
                <a:cubicBezTo>
                  <a:pt x="24410" y="31459"/>
                  <a:pt x="31460" y="24410"/>
                  <a:pt x="31460" y="15718"/>
                </a:cubicBezTo>
                <a:cubicBezTo>
                  <a:pt x="31460" y="7050"/>
                  <a:pt x="24410" y="1"/>
                  <a:pt x="1574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7760326" y="1500258"/>
            <a:ext cx="987419" cy="987451"/>
          </a:xfrm>
          <a:custGeom>
            <a:rect b="b" l="l" r="r" t="t"/>
            <a:pathLst>
              <a:path extrusionOk="0" h="31460" w="31459">
                <a:moveTo>
                  <a:pt x="15718" y="1"/>
                </a:moveTo>
                <a:cubicBezTo>
                  <a:pt x="7049" y="1"/>
                  <a:pt x="0" y="7050"/>
                  <a:pt x="0" y="15718"/>
                </a:cubicBezTo>
                <a:cubicBezTo>
                  <a:pt x="0" y="24410"/>
                  <a:pt x="7049" y="31459"/>
                  <a:pt x="15718" y="31459"/>
                </a:cubicBezTo>
                <a:cubicBezTo>
                  <a:pt x="24410" y="31459"/>
                  <a:pt x="31459" y="24410"/>
                  <a:pt x="31459" y="15718"/>
                </a:cubicBezTo>
                <a:cubicBezTo>
                  <a:pt x="31459" y="7050"/>
                  <a:pt x="24410" y="1"/>
                  <a:pt x="1571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633875" y="2611741"/>
            <a:ext cx="987451" cy="987451"/>
          </a:xfrm>
          <a:custGeom>
            <a:rect b="b" l="l" r="r" t="t"/>
            <a:pathLst>
              <a:path extrusionOk="0" h="31460" w="31460">
                <a:moveTo>
                  <a:pt x="15742" y="0"/>
                </a:moveTo>
                <a:cubicBezTo>
                  <a:pt x="7050" y="0"/>
                  <a:pt x="1" y="7050"/>
                  <a:pt x="1" y="15742"/>
                </a:cubicBezTo>
                <a:cubicBezTo>
                  <a:pt x="1" y="24434"/>
                  <a:pt x="7050" y="31459"/>
                  <a:pt x="15742" y="31459"/>
                </a:cubicBezTo>
                <a:cubicBezTo>
                  <a:pt x="24410" y="31459"/>
                  <a:pt x="31460" y="24434"/>
                  <a:pt x="31460" y="15742"/>
                </a:cubicBezTo>
                <a:cubicBezTo>
                  <a:pt x="31460" y="7050"/>
                  <a:pt x="24410" y="0"/>
                  <a:pt x="157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7477026" y="2756749"/>
            <a:ext cx="427592" cy="698184"/>
          </a:xfrm>
          <a:custGeom>
            <a:rect b="b" l="l" r="r" t="t"/>
            <a:pathLst>
              <a:path extrusionOk="0" h="22244" w="13623">
                <a:moveTo>
                  <a:pt x="0" y="0"/>
                </a:moveTo>
                <a:lnTo>
                  <a:pt x="0" y="22243"/>
                </a:lnTo>
                <a:cubicBezTo>
                  <a:pt x="1882" y="20362"/>
                  <a:pt x="4346" y="19421"/>
                  <a:pt x="6811" y="19421"/>
                </a:cubicBezTo>
                <a:cubicBezTo>
                  <a:pt x="9276" y="19421"/>
                  <a:pt x="11741" y="20362"/>
                  <a:pt x="13622" y="22243"/>
                </a:cubicBezTo>
                <a:lnTo>
                  <a:pt x="13622" y="0"/>
                </a:lnTo>
                <a:cubicBezTo>
                  <a:pt x="11741" y="1882"/>
                  <a:pt x="9276" y="2822"/>
                  <a:pt x="6811" y="2822"/>
                </a:cubicBezTo>
                <a:cubicBezTo>
                  <a:pt x="4346" y="2822"/>
                  <a:pt x="1882" y="188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7760326" y="2611741"/>
            <a:ext cx="987419" cy="987451"/>
          </a:xfrm>
          <a:custGeom>
            <a:rect b="b" l="l" r="r" t="t"/>
            <a:pathLst>
              <a:path extrusionOk="0" h="31460" w="31459">
                <a:moveTo>
                  <a:pt x="15718" y="0"/>
                </a:moveTo>
                <a:cubicBezTo>
                  <a:pt x="7049" y="0"/>
                  <a:pt x="0" y="7050"/>
                  <a:pt x="0" y="15742"/>
                </a:cubicBezTo>
                <a:cubicBezTo>
                  <a:pt x="0" y="24434"/>
                  <a:pt x="7049" y="31459"/>
                  <a:pt x="15718" y="31459"/>
                </a:cubicBezTo>
                <a:cubicBezTo>
                  <a:pt x="24410" y="31459"/>
                  <a:pt x="31459" y="24434"/>
                  <a:pt x="31459" y="15742"/>
                </a:cubicBezTo>
                <a:cubicBezTo>
                  <a:pt x="31459" y="7050"/>
                  <a:pt x="24410" y="0"/>
                  <a:pt x="157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7904581" y="3454895"/>
            <a:ext cx="698152" cy="405903"/>
          </a:xfrm>
          <a:custGeom>
            <a:rect b="b" l="l" r="r" t="t"/>
            <a:pathLst>
              <a:path extrusionOk="0" h="12932" w="22243">
                <a:moveTo>
                  <a:pt x="0" y="0"/>
                </a:moveTo>
                <a:cubicBezTo>
                  <a:pt x="3596" y="3572"/>
                  <a:pt x="3596" y="9359"/>
                  <a:pt x="0" y="12931"/>
                </a:cubicBezTo>
                <a:lnTo>
                  <a:pt x="22243" y="12931"/>
                </a:lnTo>
                <a:cubicBezTo>
                  <a:pt x="18671" y="9359"/>
                  <a:pt x="18671" y="3572"/>
                  <a:pt x="222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6633875" y="3716507"/>
            <a:ext cx="987451" cy="987419"/>
          </a:xfrm>
          <a:custGeom>
            <a:rect b="b" l="l" r="r" t="t"/>
            <a:pathLst>
              <a:path extrusionOk="0" h="31459" w="31460">
                <a:moveTo>
                  <a:pt x="15742" y="0"/>
                </a:moveTo>
                <a:cubicBezTo>
                  <a:pt x="7050" y="0"/>
                  <a:pt x="1" y="7025"/>
                  <a:pt x="1" y="15718"/>
                </a:cubicBezTo>
                <a:cubicBezTo>
                  <a:pt x="1" y="24410"/>
                  <a:pt x="7050" y="31459"/>
                  <a:pt x="15742" y="31459"/>
                </a:cubicBezTo>
                <a:cubicBezTo>
                  <a:pt x="24410" y="31459"/>
                  <a:pt x="31460" y="24410"/>
                  <a:pt x="31460" y="15718"/>
                </a:cubicBezTo>
                <a:cubicBezTo>
                  <a:pt x="31460" y="7025"/>
                  <a:pt x="24410" y="0"/>
                  <a:pt x="1574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7760326" y="3716507"/>
            <a:ext cx="987419" cy="987419"/>
          </a:xfrm>
          <a:custGeom>
            <a:rect b="b" l="l" r="r" t="t"/>
            <a:pathLst>
              <a:path extrusionOk="0" h="31459" w="31459">
                <a:moveTo>
                  <a:pt x="15718" y="0"/>
                </a:moveTo>
                <a:cubicBezTo>
                  <a:pt x="7049" y="0"/>
                  <a:pt x="0" y="7025"/>
                  <a:pt x="0" y="15718"/>
                </a:cubicBezTo>
                <a:cubicBezTo>
                  <a:pt x="0" y="24410"/>
                  <a:pt x="7049" y="31459"/>
                  <a:pt x="15718" y="31459"/>
                </a:cubicBezTo>
                <a:cubicBezTo>
                  <a:pt x="24410" y="31459"/>
                  <a:pt x="31459" y="24410"/>
                  <a:pt x="31459" y="15718"/>
                </a:cubicBezTo>
                <a:cubicBezTo>
                  <a:pt x="31459" y="7025"/>
                  <a:pt x="24410" y="0"/>
                  <a:pt x="157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 type="secHead">
  <p:cSld name="SECTION_HEADER">
    <p:bg>
      <p:bgPr>
        <a:solidFill>
          <a:schemeClr val="accen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type="ctrTitle"/>
          </p:nvPr>
        </p:nvSpPr>
        <p:spPr>
          <a:xfrm>
            <a:off x="4283950" y="345600"/>
            <a:ext cx="44424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283950" y="1163775"/>
            <a:ext cx="4442400" cy="363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6"/>
          <p:cNvSpPr/>
          <p:nvPr/>
        </p:nvSpPr>
        <p:spPr>
          <a:xfrm>
            <a:off x="275900" y="345600"/>
            <a:ext cx="3098950" cy="3098695"/>
          </a:xfrm>
          <a:custGeom>
            <a:rect b="b" l="l" r="r" t="t"/>
            <a:pathLst>
              <a:path extrusionOk="0" h="61727" w="61729">
                <a:moveTo>
                  <a:pt x="30864" y="0"/>
                </a:moveTo>
                <a:cubicBezTo>
                  <a:pt x="13813" y="0"/>
                  <a:pt x="1" y="13812"/>
                  <a:pt x="1" y="30863"/>
                </a:cubicBezTo>
                <a:cubicBezTo>
                  <a:pt x="1" y="47915"/>
                  <a:pt x="13813" y="61727"/>
                  <a:pt x="30864" y="61727"/>
                </a:cubicBezTo>
                <a:cubicBezTo>
                  <a:pt x="47916" y="61727"/>
                  <a:pt x="61728" y="47915"/>
                  <a:pt x="61728" y="30863"/>
                </a:cubicBezTo>
                <a:cubicBezTo>
                  <a:pt x="61728" y="13812"/>
                  <a:pt x="47916" y="0"/>
                  <a:pt x="308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529454" y="2737749"/>
            <a:ext cx="897872" cy="887084"/>
          </a:xfrm>
          <a:custGeom>
            <a:rect b="b" l="l" r="r" t="t"/>
            <a:pathLst>
              <a:path extrusionOk="0" h="17671" w="17885">
                <a:moveTo>
                  <a:pt x="11860" y="1"/>
                </a:moveTo>
                <a:cubicBezTo>
                  <a:pt x="11849" y="17"/>
                  <a:pt x="11838" y="34"/>
                  <a:pt x="11827" y="51"/>
                </a:cubicBezTo>
                <a:lnTo>
                  <a:pt x="11827" y="51"/>
                </a:lnTo>
                <a:lnTo>
                  <a:pt x="11884" y="1"/>
                </a:lnTo>
                <a:close/>
                <a:moveTo>
                  <a:pt x="11827" y="51"/>
                </a:moveTo>
                <a:lnTo>
                  <a:pt x="0" y="10693"/>
                </a:lnTo>
                <a:cubicBezTo>
                  <a:pt x="941" y="10216"/>
                  <a:pt x="1908" y="9999"/>
                  <a:pt x="2845" y="9999"/>
                </a:cubicBezTo>
                <a:cubicBezTo>
                  <a:pt x="6626" y="9999"/>
                  <a:pt x="9909" y="13529"/>
                  <a:pt x="8954" y="17671"/>
                </a:cubicBezTo>
                <a:lnTo>
                  <a:pt x="17885" y="9598"/>
                </a:lnTo>
                <a:lnTo>
                  <a:pt x="17885" y="9598"/>
                </a:lnTo>
                <a:cubicBezTo>
                  <a:pt x="17605" y="9633"/>
                  <a:pt x="17330" y="9650"/>
                  <a:pt x="17060" y="9650"/>
                </a:cubicBezTo>
                <a:cubicBezTo>
                  <a:pt x="12272" y="9650"/>
                  <a:pt x="9156" y="4260"/>
                  <a:pt x="11827" y="5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2964593" y="3215958"/>
            <a:ext cx="1053349" cy="1053246"/>
          </a:xfrm>
          <a:custGeom>
            <a:rect b="b" l="l" r="r" t="t"/>
            <a:pathLst>
              <a:path extrusionOk="0" h="20981" w="20982">
                <a:moveTo>
                  <a:pt x="10503" y="0"/>
                </a:moveTo>
                <a:cubicBezTo>
                  <a:pt x="4716" y="0"/>
                  <a:pt x="1" y="4692"/>
                  <a:pt x="1" y="10479"/>
                </a:cubicBezTo>
                <a:cubicBezTo>
                  <a:pt x="1" y="16289"/>
                  <a:pt x="4716" y="20981"/>
                  <a:pt x="10503" y="20981"/>
                </a:cubicBezTo>
                <a:cubicBezTo>
                  <a:pt x="16290" y="20981"/>
                  <a:pt x="20981" y="16289"/>
                  <a:pt x="20981" y="10479"/>
                </a:cubicBezTo>
                <a:cubicBezTo>
                  <a:pt x="20981" y="4692"/>
                  <a:pt x="16290" y="0"/>
                  <a:pt x="10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2390750" y="3719267"/>
            <a:ext cx="893153" cy="833270"/>
          </a:xfrm>
          <a:custGeom>
            <a:rect b="b" l="l" r="r" t="t"/>
            <a:pathLst>
              <a:path extrusionOk="0" h="16599" w="17791">
                <a:moveTo>
                  <a:pt x="11455" y="0"/>
                </a:moveTo>
                <a:cubicBezTo>
                  <a:pt x="11225" y="5154"/>
                  <a:pt x="6958" y="9036"/>
                  <a:pt x="2044" y="9036"/>
                </a:cubicBezTo>
                <a:cubicBezTo>
                  <a:pt x="1372" y="9036"/>
                  <a:pt x="688" y="8963"/>
                  <a:pt x="1" y="8811"/>
                </a:cubicBezTo>
                <a:lnTo>
                  <a:pt x="1" y="8811"/>
                </a:lnTo>
                <a:lnTo>
                  <a:pt x="4906" y="16599"/>
                </a:lnTo>
                <a:cubicBezTo>
                  <a:pt x="5937" y="12180"/>
                  <a:pt x="9858" y="9327"/>
                  <a:pt x="14070" y="9327"/>
                </a:cubicBezTo>
                <a:cubicBezTo>
                  <a:pt x="15307" y="9327"/>
                  <a:pt x="16569" y="9573"/>
                  <a:pt x="17790" y="10097"/>
                </a:cubicBezTo>
                <a:lnTo>
                  <a:pt x="1145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1996224" y="4153199"/>
            <a:ext cx="649269" cy="649186"/>
          </a:xfrm>
          <a:custGeom>
            <a:rect b="b" l="l" r="r" t="t"/>
            <a:pathLst>
              <a:path extrusionOk="0" h="12932" w="12933">
                <a:moveTo>
                  <a:pt x="6455" y="1"/>
                </a:moveTo>
                <a:cubicBezTo>
                  <a:pt x="2906" y="1"/>
                  <a:pt x="1" y="2906"/>
                  <a:pt x="1" y="6454"/>
                </a:cubicBezTo>
                <a:cubicBezTo>
                  <a:pt x="1" y="10027"/>
                  <a:pt x="2906" y="12932"/>
                  <a:pt x="6455" y="12932"/>
                </a:cubicBezTo>
                <a:cubicBezTo>
                  <a:pt x="10027" y="12932"/>
                  <a:pt x="12932" y="10027"/>
                  <a:pt x="12932" y="6454"/>
                </a:cubicBezTo>
                <a:cubicBezTo>
                  <a:pt x="12932" y="2906"/>
                  <a:pt x="10027" y="1"/>
                  <a:pt x="645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>
            <p:ph idx="2" type="pic"/>
          </p:nvPr>
        </p:nvSpPr>
        <p:spPr>
          <a:xfrm>
            <a:off x="442975" y="512550"/>
            <a:ext cx="2764800" cy="2764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 type="tx">
  <p:cSld name="TITLE_AND_BODY">
    <p:bg>
      <p:bgPr>
        <a:solidFill>
          <a:schemeClr val="accen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7"/>
          <p:cNvGrpSpPr/>
          <p:nvPr/>
        </p:nvGrpSpPr>
        <p:grpSpPr>
          <a:xfrm>
            <a:off x="-4" y="3778768"/>
            <a:ext cx="9143990" cy="2450078"/>
            <a:chOff x="1875950" y="3391825"/>
            <a:chExt cx="4819475" cy="1291350"/>
          </a:xfrm>
        </p:grpSpPr>
        <p:sp>
          <p:nvSpPr>
            <p:cNvPr id="104" name="Google Shape;104;p17"/>
            <p:cNvSpPr/>
            <p:nvPr/>
          </p:nvSpPr>
          <p:spPr>
            <a:xfrm>
              <a:off x="4693200" y="3391825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0"/>
                  </a:moveTo>
                  <a:cubicBezTo>
                    <a:pt x="5454" y="0"/>
                    <a:pt x="1" y="5478"/>
                    <a:pt x="1" y="12193"/>
                  </a:cubicBezTo>
                  <a:cubicBezTo>
                    <a:pt x="1" y="18933"/>
                    <a:pt x="5454" y="24386"/>
                    <a:pt x="12194" y="24386"/>
                  </a:cubicBezTo>
                  <a:cubicBezTo>
                    <a:pt x="18909" y="24386"/>
                    <a:pt x="24387" y="18933"/>
                    <a:pt x="24387" y="12193"/>
                  </a:cubicBezTo>
                  <a:cubicBezTo>
                    <a:pt x="24387" y="5478"/>
                    <a:pt x="18909" y="0"/>
                    <a:pt x="121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4312775" y="3715100"/>
              <a:ext cx="650150" cy="645400"/>
            </a:xfrm>
            <a:custGeom>
              <a:rect b="b" l="l" r="r" t="t"/>
              <a:pathLst>
                <a:path extrusionOk="0" h="25816" w="26006">
                  <a:moveTo>
                    <a:pt x="15242" y="1"/>
                  </a:moveTo>
                  <a:lnTo>
                    <a:pt x="15242" y="1"/>
                  </a:lnTo>
                  <a:cubicBezTo>
                    <a:pt x="15710" y="7962"/>
                    <a:pt x="9349" y="14524"/>
                    <a:pt x="1596" y="14524"/>
                  </a:cubicBezTo>
                  <a:cubicBezTo>
                    <a:pt x="1070" y="14524"/>
                    <a:pt x="538" y="14494"/>
                    <a:pt x="0" y="14432"/>
                  </a:cubicBezTo>
                  <a:lnTo>
                    <a:pt x="0" y="14432"/>
                  </a:lnTo>
                  <a:lnTo>
                    <a:pt x="10764" y="25815"/>
                  </a:lnTo>
                  <a:cubicBezTo>
                    <a:pt x="10296" y="17854"/>
                    <a:pt x="16657" y="11292"/>
                    <a:pt x="24410" y="11292"/>
                  </a:cubicBezTo>
                  <a:cubicBezTo>
                    <a:pt x="24936" y="11292"/>
                    <a:pt x="25469" y="11322"/>
                    <a:pt x="26006" y="11384"/>
                  </a:cubicBezTo>
                  <a:lnTo>
                    <a:pt x="152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5001000" y="3693675"/>
              <a:ext cx="689475" cy="687650"/>
            </a:xfrm>
            <a:custGeom>
              <a:rect b="b" l="l" r="r" t="t"/>
              <a:pathLst>
                <a:path extrusionOk="0" h="27506" w="27579">
                  <a:moveTo>
                    <a:pt x="12075" y="0"/>
                  </a:moveTo>
                  <a:lnTo>
                    <a:pt x="1" y="12312"/>
                  </a:lnTo>
                  <a:cubicBezTo>
                    <a:pt x="45" y="12312"/>
                    <a:pt x="89" y="12312"/>
                    <a:pt x="133" y="12312"/>
                  </a:cubicBezTo>
                  <a:cubicBezTo>
                    <a:pt x="8551" y="12312"/>
                    <a:pt x="15409" y="19072"/>
                    <a:pt x="15504" y="27506"/>
                  </a:cubicBezTo>
                  <a:lnTo>
                    <a:pt x="27578" y="15218"/>
                  </a:lnTo>
                  <a:lnTo>
                    <a:pt x="27578" y="15218"/>
                  </a:lnTo>
                  <a:cubicBezTo>
                    <a:pt x="27534" y="15218"/>
                    <a:pt x="27490" y="15218"/>
                    <a:pt x="27446" y="15218"/>
                  </a:cubicBezTo>
                  <a:cubicBezTo>
                    <a:pt x="19028" y="15218"/>
                    <a:pt x="12146" y="8434"/>
                    <a:pt x="120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5388600" y="3391825"/>
              <a:ext cx="609075" cy="609675"/>
            </a:xfrm>
            <a:custGeom>
              <a:rect b="b" l="l" r="r" t="t"/>
              <a:pathLst>
                <a:path extrusionOk="0" h="24387" w="24363">
                  <a:moveTo>
                    <a:pt x="12193" y="0"/>
                  </a:moveTo>
                  <a:cubicBezTo>
                    <a:pt x="5454" y="0"/>
                    <a:pt x="0" y="5478"/>
                    <a:pt x="0" y="12193"/>
                  </a:cubicBezTo>
                  <a:cubicBezTo>
                    <a:pt x="0" y="18933"/>
                    <a:pt x="5454" y="24386"/>
                    <a:pt x="12193" y="24386"/>
                  </a:cubicBezTo>
                  <a:cubicBezTo>
                    <a:pt x="18909" y="24386"/>
                    <a:pt x="24362" y="18933"/>
                    <a:pt x="24362" y="12193"/>
                  </a:cubicBezTo>
                  <a:cubicBezTo>
                    <a:pt x="24362" y="5478"/>
                    <a:pt x="18909" y="0"/>
                    <a:pt x="121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5926800" y="3500775"/>
              <a:ext cx="230425" cy="391775"/>
            </a:xfrm>
            <a:custGeom>
              <a:rect b="b" l="l" r="r" t="t"/>
              <a:pathLst>
                <a:path extrusionOk="0" h="15671" w="9217">
                  <a:moveTo>
                    <a:pt x="0" y="0"/>
                  </a:moveTo>
                  <a:lnTo>
                    <a:pt x="0" y="15670"/>
                  </a:lnTo>
                  <a:cubicBezTo>
                    <a:pt x="1203" y="14241"/>
                    <a:pt x="2906" y="13527"/>
                    <a:pt x="4609" y="13527"/>
                  </a:cubicBezTo>
                  <a:cubicBezTo>
                    <a:pt x="6311" y="13527"/>
                    <a:pt x="8014" y="14241"/>
                    <a:pt x="9217" y="15670"/>
                  </a:cubicBezTo>
                  <a:lnTo>
                    <a:pt x="9217" y="0"/>
                  </a:lnTo>
                  <a:cubicBezTo>
                    <a:pt x="8014" y="1441"/>
                    <a:pt x="6311" y="2162"/>
                    <a:pt x="4609" y="2162"/>
                  </a:cubicBezTo>
                  <a:cubicBezTo>
                    <a:pt x="2906" y="2162"/>
                    <a:pt x="1203" y="144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4693200" y="4073500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1"/>
                  </a:moveTo>
                  <a:cubicBezTo>
                    <a:pt x="5454" y="1"/>
                    <a:pt x="1" y="5478"/>
                    <a:pt x="1" y="12194"/>
                  </a:cubicBezTo>
                  <a:cubicBezTo>
                    <a:pt x="1" y="18933"/>
                    <a:pt x="5454" y="24387"/>
                    <a:pt x="12194" y="24387"/>
                  </a:cubicBezTo>
                  <a:cubicBezTo>
                    <a:pt x="18909" y="24387"/>
                    <a:pt x="24387" y="18933"/>
                    <a:pt x="24387" y="12194"/>
                  </a:cubicBezTo>
                  <a:cubicBezTo>
                    <a:pt x="24387" y="5478"/>
                    <a:pt x="18909" y="1"/>
                    <a:pt x="121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5213550" y="4162800"/>
              <a:ext cx="264375" cy="431075"/>
            </a:xfrm>
            <a:custGeom>
              <a:rect b="b" l="l" r="r" t="t"/>
              <a:pathLst>
                <a:path extrusionOk="0" h="17243" w="10575">
                  <a:moveTo>
                    <a:pt x="1" y="1"/>
                  </a:moveTo>
                  <a:lnTo>
                    <a:pt x="1" y="17243"/>
                  </a:lnTo>
                  <a:cubicBezTo>
                    <a:pt x="1453" y="15790"/>
                    <a:pt x="3364" y="15064"/>
                    <a:pt x="5279" y="15064"/>
                  </a:cubicBezTo>
                  <a:cubicBezTo>
                    <a:pt x="7193" y="15064"/>
                    <a:pt x="9110" y="15790"/>
                    <a:pt x="10574" y="17243"/>
                  </a:cubicBezTo>
                  <a:lnTo>
                    <a:pt x="10574" y="1"/>
                  </a:lnTo>
                  <a:cubicBezTo>
                    <a:pt x="9110" y="1466"/>
                    <a:pt x="7193" y="2198"/>
                    <a:pt x="5279" y="2198"/>
                  </a:cubicBezTo>
                  <a:cubicBezTo>
                    <a:pt x="3364" y="2198"/>
                    <a:pt x="1453" y="1466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5388600" y="4073500"/>
              <a:ext cx="609075" cy="609675"/>
            </a:xfrm>
            <a:custGeom>
              <a:rect b="b" l="l" r="r" t="t"/>
              <a:pathLst>
                <a:path extrusionOk="0" h="24387" w="24363">
                  <a:moveTo>
                    <a:pt x="12193" y="1"/>
                  </a:moveTo>
                  <a:cubicBezTo>
                    <a:pt x="5454" y="1"/>
                    <a:pt x="0" y="5478"/>
                    <a:pt x="0" y="12194"/>
                  </a:cubicBezTo>
                  <a:cubicBezTo>
                    <a:pt x="0" y="18933"/>
                    <a:pt x="5454" y="24387"/>
                    <a:pt x="12193" y="24387"/>
                  </a:cubicBezTo>
                  <a:cubicBezTo>
                    <a:pt x="18909" y="24387"/>
                    <a:pt x="24362" y="18933"/>
                    <a:pt x="24362" y="12194"/>
                  </a:cubicBezTo>
                  <a:cubicBezTo>
                    <a:pt x="24362" y="5478"/>
                    <a:pt x="18909" y="1"/>
                    <a:pt x="121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6085750" y="3391825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0"/>
                  </a:moveTo>
                  <a:cubicBezTo>
                    <a:pt x="5454" y="0"/>
                    <a:pt x="1" y="5478"/>
                    <a:pt x="1" y="12193"/>
                  </a:cubicBezTo>
                  <a:cubicBezTo>
                    <a:pt x="1" y="18933"/>
                    <a:pt x="5454" y="24386"/>
                    <a:pt x="12194" y="24386"/>
                  </a:cubicBezTo>
                  <a:cubicBezTo>
                    <a:pt x="18933" y="24386"/>
                    <a:pt x="24387" y="18933"/>
                    <a:pt x="24387" y="12193"/>
                  </a:cubicBezTo>
                  <a:cubicBezTo>
                    <a:pt x="24387" y="5478"/>
                    <a:pt x="18933" y="0"/>
                    <a:pt x="121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6085750" y="4073500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1"/>
                  </a:moveTo>
                  <a:cubicBezTo>
                    <a:pt x="5454" y="1"/>
                    <a:pt x="1" y="5478"/>
                    <a:pt x="1" y="12194"/>
                  </a:cubicBezTo>
                  <a:cubicBezTo>
                    <a:pt x="1" y="18933"/>
                    <a:pt x="5454" y="24387"/>
                    <a:pt x="12194" y="24387"/>
                  </a:cubicBezTo>
                  <a:cubicBezTo>
                    <a:pt x="18933" y="24387"/>
                    <a:pt x="24387" y="18933"/>
                    <a:pt x="24387" y="12194"/>
                  </a:cubicBezTo>
                  <a:cubicBezTo>
                    <a:pt x="24387" y="5478"/>
                    <a:pt x="18933" y="1"/>
                    <a:pt x="121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3278025" y="3391825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0"/>
                  </a:moveTo>
                  <a:cubicBezTo>
                    <a:pt x="5454" y="0"/>
                    <a:pt x="1" y="5478"/>
                    <a:pt x="1" y="12193"/>
                  </a:cubicBezTo>
                  <a:cubicBezTo>
                    <a:pt x="1" y="18933"/>
                    <a:pt x="5454" y="24386"/>
                    <a:pt x="12194" y="24386"/>
                  </a:cubicBezTo>
                  <a:cubicBezTo>
                    <a:pt x="18909" y="24386"/>
                    <a:pt x="24387" y="18933"/>
                    <a:pt x="24387" y="12193"/>
                  </a:cubicBezTo>
                  <a:cubicBezTo>
                    <a:pt x="24387" y="5478"/>
                    <a:pt x="18909" y="0"/>
                    <a:pt x="121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3109550" y="3500775"/>
              <a:ext cx="239950" cy="391775"/>
            </a:xfrm>
            <a:custGeom>
              <a:rect b="b" l="l" r="r" t="t"/>
              <a:pathLst>
                <a:path extrusionOk="0" h="15671" w="9598">
                  <a:moveTo>
                    <a:pt x="0" y="0"/>
                  </a:moveTo>
                  <a:lnTo>
                    <a:pt x="0" y="15670"/>
                  </a:lnTo>
                  <a:cubicBezTo>
                    <a:pt x="1251" y="14182"/>
                    <a:pt x="3025" y="13438"/>
                    <a:pt x="4799" y="13438"/>
                  </a:cubicBezTo>
                  <a:cubicBezTo>
                    <a:pt x="6573" y="13438"/>
                    <a:pt x="8347" y="14182"/>
                    <a:pt x="9598" y="15670"/>
                  </a:cubicBezTo>
                  <a:lnTo>
                    <a:pt x="9598" y="0"/>
                  </a:lnTo>
                  <a:cubicBezTo>
                    <a:pt x="8347" y="1489"/>
                    <a:pt x="6573" y="2233"/>
                    <a:pt x="4799" y="2233"/>
                  </a:cubicBezTo>
                  <a:cubicBezTo>
                    <a:pt x="3025" y="2233"/>
                    <a:pt x="1251" y="148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2607050" y="3529350"/>
              <a:ext cx="721025" cy="335200"/>
            </a:xfrm>
            <a:custGeom>
              <a:rect b="b" l="l" r="r" t="t"/>
              <a:pathLst>
                <a:path extrusionOk="0" h="13408" w="28841">
                  <a:moveTo>
                    <a:pt x="28840" y="1"/>
                  </a:moveTo>
                  <a:cubicBezTo>
                    <a:pt x="26852" y="3026"/>
                    <a:pt x="24176" y="5273"/>
                    <a:pt x="21173" y="6702"/>
                  </a:cubicBezTo>
                  <a:lnTo>
                    <a:pt x="21173" y="6702"/>
                  </a:lnTo>
                  <a:cubicBezTo>
                    <a:pt x="18606" y="5479"/>
                    <a:pt x="15800" y="4854"/>
                    <a:pt x="12982" y="4854"/>
                  </a:cubicBezTo>
                  <a:cubicBezTo>
                    <a:pt x="10205" y="4854"/>
                    <a:pt x="7415" y="5461"/>
                    <a:pt x="4830" y="6700"/>
                  </a:cubicBezTo>
                  <a:lnTo>
                    <a:pt x="4830" y="6700"/>
                  </a:lnTo>
                  <a:cubicBezTo>
                    <a:pt x="3108" y="5876"/>
                    <a:pt x="1477" y="4772"/>
                    <a:pt x="1" y="3382"/>
                  </a:cubicBezTo>
                  <a:lnTo>
                    <a:pt x="1" y="10026"/>
                  </a:lnTo>
                  <a:cubicBezTo>
                    <a:pt x="1477" y="8632"/>
                    <a:pt x="3108" y="7526"/>
                    <a:pt x="4830" y="6700"/>
                  </a:cubicBezTo>
                  <a:lnTo>
                    <a:pt x="4830" y="6700"/>
                  </a:lnTo>
                  <a:cubicBezTo>
                    <a:pt x="7417" y="7938"/>
                    <a:pt x="10209" y="8545"/>
                    <a:pt x="12989" y="8545"/>
                  </a:cubicBezTo>
                  <a:cubicBezTo>
                    <a:pt x="15805" y="8545"/>
                    <a:pt x="18608" y="7922"/>
                    <a:pt x="21173" y="6702"/>
                  </a:cubicBezTo>
                  <a:lnTo>
                    <a:pt x="21173" y="6702"/>
                  </a:lnTo>
                  <a:cubicBezTo>
                    <a:pt x="24176" y="8133"/>
                    <a:pt x="26852" y="10382"/>
                    <a:pt x="28840" y="13408"/>
                  </a:cubicBezTo>
                  <a:lnTo>
                    <a:pt x="28840" y="13384"/>
                  </a:lnTo>
                  <a:lnTo>
                    <a:pt x="288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2414150" y="3500775"/>
              <a:ext cx="935350" cy="391775"/>
            </a:xfrm>
            <a:custGeom>
              <a:rect b="b" l="l" r="r" t="t"/>
              <a:pathLst>
                <a:path extrusionOk="0" h="15671" w="37414">
                  <a:moveTo>
                    <a:pt x="1" y="0"/>
                  </a:moveTo>
                  <a:lnTo>
                    <a:pt x="1" y="15670"/>
                  </a:lnTo>
                  <a:cubicBezTo>
                    <a:pt x="3331" y="11707"/>
                    <a:pt x="7605" y="9095"/>
                    <a:pt x="12179" y="7835"/>
                  </a:cubicBezTo>
                  <a:lnTo>
                    <a:pt x="12179" y="7835"/>
                  </a:lnTo>
                  <a:cubicBezTo>
                    <a:pt x="14312" y="8423"/>
                    <a:pt x="16509" y="8716"/>
                    <a:pt x="18707" y="8716"/>
                  </a:cubicBezTo>
                  <a:cubicBezTo>
                    <a:pt x="20905" y="8716"/>
                    <a:pt x="23103" y="8423"/>
                    <a:pt x="25235" y="7835"/>
                  </a:cubicBezTo>
                  <a:lnTo>
                    <a:pt x="25235" y="7835"/>
                  </a:lnTo>
                  <a:cubicBezTo>
                    <a:pt x="29810" y="9095"/>
                    <a:pt x="34084" y="11707"/>
                    <a:pt x="37414" y="15670"/>
                  </a:cubicBezTo>
                  <a:lnTo>
                    <a:pt x="37414" y="0"/>
                  </a:lnTo>
                  <a:cubicBezTo>
                    <a:pt x="34084" y="3964"/>
                    <a:pt x="29810" y="6575"/>
                    <a:pt x="25235" y="7835"/>
                  </a:cubicBezTo>
                  <a:cubicBezTo>
                    <a:pt x="23103" y="7248"/>
                    <a:pt x="20905" y="6954"/>
                    <a:pt x="18707" y="6954"/>
                  </a:cubicBezTo>
                  <a:cubicBezTo>
                    <a:pt x="16509" y="6954"/>
                    <a:pt x="14312" y="7248"/>
                    <a:pt x="12179" y="7835"/>
                  </a:cubicBezTo>
                  <a:cubicBezTo>
                    <a:pt x="7605" y="6575"/>
                    <a:pt x="3331" y="3964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3973425" y="3391825"/>
              <a:ext cx="609075" cy="609675"/>
            </a:xfrm>
            <a:custGeom>
              <a:rect b="b" l="l" r="r" t="t"/>
              <a:pathLst>
                <a:path extrusionOk="0" h="24387" w="24363">
                  <a:moveTo>
                    <a:pt x="12169" y="0"/>
                  </a:moveTo>
                  <a:cubicBezTo>
                    <a:pt x="5454" y="0"/>
                    <a:pt x="0" y="5478"/>
                    <a:pt x="0" y="12193"/>
                  </a:cubicBezTo>
                  <a:cubicBezTo>
                    <a:pt x="0" y="18933"/>
                    <a:pt x="5454" y="24386"/>
                    <a:pt x="12169" y="24386"/>
                  </a:cubicBezTo>
                  <a:cubicBezTo>
                    <a:pt x="18909" y="24386"/>
                    <a:pt x="24362" y="18933"/>
                    <a:pt x="24362" y="12193"/>
                  </a:cubicBezTo>
                  <a:cubicBezTo>
                    <a:pt x="24362" y="5478"/>
                    <a:pt x="18909" y="0"/>
                    <a:pt x="121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3278025" y="4073500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1"/>
                  </a:moveTo>
                  <a:cubicBezTo>
                    <a:pt x="5454" y="1"/>
                    <a:pt x="1" y="5478"/>
                    <a:pt x="1" y="12194"/>
                  </a:cubicBezTo>
                  <a:cubicBezTo>
                    <a:pt x="1" y="18933"/>
                    <a:pt x="5454" y="24387"/>
                    <a:pt x="12194" y="24387"/>
                  </a:cubicBezTo>
                  <a:cubicBezTo>
                    <a:pt x="18909" y="24387"/>
                    <a:pt x="24387" y="18933"/>
                    <a:pt x="24387" y="12194"/>
                  </a:cubicBezTo>
                  <a:cubicBezTo>
                    <a:pt x="24387" y="5478"/>
                    <a:pt x="18909" y="1"/>
                    <a:pt x="121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798375" y="4162800"/>
              <a:ext cx="263775" cy="431075"/>
            </a:xfrm>
            <a:custGeom>
              <a:rect b="b" l="l" r="r" t="t"/>
              <a:pathLst>
                <a:path extrusionOk="0" h="17243" w="10551">
                  <a:moveTo>
                    <a:pt x="1" y="1"/>
                  </a:moveTo>
                  <a:lnTo>
                    <a:pt x="1" y="17243"/>
                  </a:lnTo>
                  <a:cubicBezTo>
                    <a:pt x="1453" y="15790"/>
                    <a:pt x="3364" y="15064"/>
                    <a:pt x="5276" y="15064"/>
                  </a:cubicBezTo>
                  <a:cubicBezTo>
                    <a:pt x="7187" y="15064"/>
                    <a:pt x="9098" y="15790"/>
                    <a:pt x="10550" y="17243"/>
                  </a:cubicBezTo>
                  <a:lnTo>
                    <a:pt x="10550" y="1"/>
                  </a:lnTo>
                  <a:cubicBezTo>
                    <a:pt x="9098" y="1466"/>
                    <a:pt x="7187" y="2198"/>
                    <a:pt x="5276" y="2198"/>
                  </a:cubicBezTo>
                  <a:cubicBezTo>
                    <a:pt x="3364" y="2198"/>
                    <a:pt x="1453" y="1466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3973425" y="4073500"/>
              <a:ext cx="609075" cy="609675"/>
            </a:xfrm>
            <a:custGeom>
              <a:rect b="b" l="l" r="r" t="t"/>
              <a:pathLst>
                <a:path extrusionOk="0" h="24387" w="24363">
                  <a:moveTo>
                    <a:pt x="12169" y="1"/>
                  </a:moveTo>
                  <a:cubicBezTo>
                    <a:pt x="5454" y="1"/>
                    <a:pt x="0" y="5478"/>
                    <a:pt x="0" y="12194"/>
                  </a:cubicBezTo>
                  <a:cubicBezTo>
                    <a:pt x="0" y="18933"/>
                    <a:pt x="5454" y="24387"/>
                    <a:pt x="12169" y="24387"/>
                  </a:cubicBezTo>
                  <a:cubicBezTo>
                    <a:pt x="18909" y="24387"/>
                    <a:pt x="24362" y="18933"/>
                    <a:pt x="24362" y="12194"/>
                  </a:cubicBezTo>
                  <a:cubicBezTo>
                    <a:pt x="24362" y="5478"/>
                    <a:pt x="18909" y="1"/>
                    <a:pt x="121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1875950" y="3391825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0"/>
                  </a:moveTo>
                  <a:cubicBezTo>
                    <a:pt x="5478" y="0"/>
                    <a:pt x="1" y="5478"/>
                    <a:pt x="1" y="12193"/>
                  </a:cubicBezTo>
                  <a:cubicBezTo>
                    <a:pt x="1" y="18933"/>
                    <a:pt x="5478" y="24386"/>
                    <a:pt x="12194" y="24386"/>
                  </a:cubicBezTo>
                  <a:cubicBezTo>
                    <a:pt x="18933" y="24386"/>
                    <a:pt x="24387" y="18933"/>
                    <a:pt x="24387" y="12193"/>
                  </a:cubicBezTo>
                  <a:cubicBezTo>
                    <a:pt x="24387" y="5478"/>
                    <a:pt x="18933" y="0"/>
                    <a:pt x="121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2414150" y="3500775"/>
              <a:ext cx="228650" cy="391775"/>
            </a:xfrm>
            <a:custGeom>
              <a:rect b="b" l="l" r="r" t="t"/>
              <a:pathLst>
                <a:path extrusionOk="0" h="15671" w="9146">
                  <a:moveTo>
                    <a:pt x="1" y="0"/>
                  </a:moveTo>
                  <a:lnTo>
                    <a:pt x="1" y="15670"/>
                  </a:lnTo>
                  <a:cubicBezTo>
                    <a:pt x="1192" y="14253"/>
                    <a:pt x="2882" y="13545"/>
                    <a:pt x="4573" y="13545"/>
                  </a:cubicBezTo>
                  <a:cubicBezTo>
                    <a:pt x="6264" y="13545"/>
                    <a:pt x="7955" y="14253"/>
                    <a:pt x="9146" y="15670"/>
                  </a:cubicBezTo>
                  <a:lnTo>
                    <a:pt x="9146" y="0"/>
                  </a:lnTo>
                  <a:cubicBezTo>
                    <a:pt x="7955" y="1429"/>
                    <a:pt x="6264" y="2144"/>
                    <a:pt x="4573" y="2144"/>
                  </a:cubicBezTo>
                  <a:cubicBezTo>
                    <a:pt x="2882" y="2144"/>
                    <a:pt x="1192" y="142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2468350" y="3596025"/>
              <a:ext cx="4175" cy="201850"/>
            </a:xfrm>
            <a:custGeom>
              <a:rect b="b" l="l" r="r" t="t"/>
              <a:pathLst>
                <a:path extrusionOk="0" h="8074" w="167">
                  <a:moveTo>
                    <a:pt x="0" y="1"/>
                  </a:moveTo>
                  <a:lnTo>
                    <a:pt x="0" y="8074"/>
                  </a:lnTo>
                  <a:cubicBezTo>
                    <a:pt x="18" y="8020"/>
                    <a:pt x="76" y="7993"/>
                    <a:pt x="124" y="7993"/>
                  </a:cubicBezTo>
                  <a:cubicBezTo>
                    <a:pt x="140" y="7993"/>
                    <a:pt x="155" y="7996"/>
                    <a:pt x="167" y="8002"/>
                  </a:cubicBezTo>
                  <a:lnTo>
                    <a:pt x="167" y="48"/>
                  </a:lnTo>
                  <a:cubicBezTo>
                    <a:pt x="153" y="62"/>
                    <a:pt x="135" y="68"/>
                    <a:pt x="116" y="68"/>
                  </a:cubicBezTo>
                  <a:cubicBezTo>
                    <a:pt x="69" y="68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2414150" y="3500775"/>
              <a:ext cx="228650" cy="391775"/>
            </a:xfrm>
            <a:custGeom>
              <a:rect b="b" l="l" r="r" t="t"/>
              <a:pathLst>
                <a:path extrusionOk="0" h="15671" w="9146">
                  <a:moveTo>
                    <a:pt x="1" y="0"/>
                  </a:moveTo>
                  <a:lnTo>
                    <a:pt x="1" y="15670"/>
                  </a:lnTo>
                  <a:cubicBezTo>
                    <a:pt x="1192" y="14253"/>
                    <a:pt x="2882" y="13545"/>
                    <a:pt x="4573" y="13545"/>
                  </a:cubicBezTo>
                  <a:cubicBezTo>
                    <a:pt x="6264" y="13545"/>
                    <a:pt x="7955" y="14253"/>
                    <a:pt x="9146" y="15670"/>
                  </a:cubicBezTo>
                  <a:lnTo>
                    <a:pt x="9146" y="0"/>
                  </a:lnTo>
                  <a:cubicBezTo>
                    <a:pt x="7955" y="1429"/>
                    <a:pt x="6264" y="2144"/>
                    <a:pt x="4573" y="2144"/>
                  </a:cubicBezTo>
                  <a:cubicBezTo>
                    <a:pt x="2882" y="2144"/>
                    <a:pt x="1192" y="142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2584425" y="3596025"/>
              <a:ext cx="4200" cy="201850"/>
            </a:xfrm>
            <a:custGeom>
              <a:rect b="b" l="l" r="r" t="t"/>
              <a:pathLst>
                <a:path extrusionOk="0" h="8074" w="168">
                  <a:moveTo>
                    <a:pt x="168" y="1"/>
                  </a:moveTo>
                  <a:cubicBezTo>
                    <a:pt x="151" y="34"/>
                    <a:pt x="110" y="68"/>
                    <a:pt x="62" y="68"/>
                  </a:cubicBezTo>
                  <a:cubicBezTo>
                    <a:pt x="43" y="68"/>
                    <a:pt x="22" y="62"/>
                    <a:pt x="1" y="48"/>
                  </a:cubicBezTo>
                  <a:lnTo>
                    <a:pt x="1" y="8002"/>
                  </a:lnTo>
                  <a:cubicBezTo>
                    <a:pt x="19" y="7996"/>
                    <a:pt x="37" y="7993"/>
                    <a:pt x="54" y="7993"/>
                  </a:cubicBezTo>
                  <a:cubicBezTo>
                    <a:pt x="105" y="7993"/>
                    <a:pt x="150" y="8020"/>
                    <a:pt x="168" y="8074"/>
                  </a:cubicBezTo>
                  <a:lnTo>
                    <a:pt x="1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2183750" y="3693675"/>
              <a:ext cx="689450" cy="687650"/>
            </a:xfrm>
            <a:custGeom>
              <a:rect b="b" l="l" r="r" t="t"/>
              <a:pathLst>
                <a:path extrusionOk="0" h="27506" w="27578">
                  <a:moveTo>
                    <a:pt x="12075" y="0"/>
                  </a:moveTo>
                  <a:lnTo>
                    <a:pt x="1" y="12312"/>
                  </a:lnTo>
                  <a:cubicBezTo>
                    <a:pt x="45" y="12312"/>
                    <a:pt x="89" y="12312"/>
                    <a:pt x="133" y="12312"/>
                  </a:cubicBezTo>
                  <a:cubicBezTo>
                    <a:pt x="8551" y="12312"/>
                    <a:pt x="15433" y="19072"/>
                    <a:pt x="15504" y="27506"/>
                  </a:cubicBezTo>
                  <a:lnTo>
                    <a:pt x="27578" y="15218"/>
                  </a:lnTo>
                  <a:lnTo>
                    <a:pt x="27578" y="15218"/>
                  </a:lnTo>
                  <a:cubicBezTo>
                    <a:pt x="27534" y="15218"/>
                    <a:pt x="27490" y="15218"/>
                    <a:pt x="27446" y="15218"/>
                  </a:cubicBezTo>
                  <a:cubicBezTo>
                    <a:pt x="19028" y="15218"/>
                    <a:pt x="12146" y="8434"/>
                    <a:pt x="120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571325" y="3391825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0"/>
                  </a:moveTo>
                  <a:cubicBezTo>
                    <a:pt x="5454" y="0"/>
                    <a:pt x="1" y="5478"/>
                    <a:pt x="1" y="12193"/>
                  </a:cubicBezTo>
                  <a:cubicBezTo>
                    <a:pt x="1" y="18933"/>
                    <a:pt x="5454" y="24386"/>
                    <a:pt x="12194" y="24386"/>
                  </a:cubicBezTo>
                  <a:cubicBezTo>
                    <a:pt x="18933" y="24386"/>
                    <a:pt x="24387" y="18933"/>
                    <a:pt x="24387" y="12193"/>
                  </a:cubicBezTo>
                  <a:cubicBezTo>
                    <a:pt x="24387" y="5478"/>
                    <a:pt x="18933" y="0"/>
                    <a:pt x="121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1875950" y="4073500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1"/>
                  </a:moveTo>
                  <a:cubicBezTo>
                    <a:pt x="5478" y="1"/>
                    <a:pt x="1" y="5478"/>
                    <a:pt x="1" y="12194"/>
                  </a:cubicBezTo>
                  <a:cubicBezTo>
                    <a:pt x="1" y="18933"/>
                    <a:pt x="5478" y="24387"/>
                    <a:pt x="12194" y="24387"/>
                  </a:cubicBezTo>
                  <a:cubicBezTo>
                    <a:pt x="18933" y="24387"/>
                    <a:pt x="24387" y="18933"/>
                    <a:pt x="24387" y="12194"/>
                  </a:cubicBezTo>
                  <a:cubicBezTo>
                    <a:pt x="24387" y="5478"/>
                    <a:pt x="18933" y="1"/>
                    <a:pt x="121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396300" y="4162800"/>
              <a:ext cx="264375" cy="431075"/>
            </a:xfrm>
            <a:custGeom>
              <a:rect b="b" l="l" r="r" t="t"/>
              <a:pathLst>
                <a:path extrusionOk="0" h="17243" w="10575">
                  <a:moveTo>
                    <a:pt x="1" y="1"/>
                  </a:moveTo>
                  <a:lnTo>
                    <a:pt x="1" y="17243"/>
                  </a:lnTo>
                  <a:cubicBezTo>
                    <a:pt x="1465" y="15790"/>
                    <a:pt x="3376" y="15064"/>
                    <a:pt x="5287" y="15064"/>
                  </a:cubicBezTo>
                  <a:cubicBezTo>
                    <a:pt x="7198" y="15064"/>
                    <a:pt x="9110" y="15790"/>
                    <a:pt x="10574" y="17243"/>
                  </a:cubicBezTo>
                  <a:lnTo>
                    <a:pt x="10574" y="1"/>
                  </a:lnTo>
                  <a:cubicBezTo>
                    <a:pt x="9110" y="1466"/>
                    <a:pt x="7198" y="2198"/>
                    <a:pt x="5287" y="2198"/>
                  </a:cubicBezTo>
                  <a:cubicBezTo>
                    <a:pt x="3376" y="2198"/>
                    <a:pt x="1465" y="1466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2571325" y="4073500"/>
              <a:ext cx="609675" cy="609675"/>
            </a:xfrm>
            <a:custGeom>
              <a:rect b="b" l="l" r="r" t="t"/>
              <a:pathLst>
                <a:path extrusionOk="0" h="24387" w="24387">
                  <a:moveTo>
                    <a:pt x="12194" y="1"/>
                  </a:moveTo>
                  <a:cubicBezTo>
                    <a:pt x="5454" y="1"/>
                    <a:pt x="1" y="5478"/>
                    <a:pt x="1" y="12194"/>
                  </a:cubicBezTo>
                  <a:cubicBezTo>
                    <a:pt x="1" y="18933"/>
                    <a:pt x="5454" y="24387"/>
                    <a:pt x="12194" y="24387"/>
                  </a:cubicBezTo>
                  <a:cubicBezTo>
                    <a:pt x="18933" y="24387"/>
                    <a:pt x="24387" y="18933"/>
                    <a:pt x="24387" y="12194"/>
                  </a:cubicBezTo>
                  <a:cubicBezTo>
                    <a:pt x="24387" y="5478"/>
                    <a:pt x="18933" y="1"/>
                    <a:pt x="121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7"/>
          <p:cNvSpPr txBox="1"/>
          <p:nvPr>
            <p:ph type="ctrTitle"/>
          </p:nvPr>
        </p:nvSpPr>
        <p:spPr>
          <a:xfrm>
            <a:off x="356400" y="397775"/>
            <a:ext cx="8427600" cy="54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356400" y="1414800"/>
            <a:ext cx="2696400" cy="320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7"/>
          <p:cNvSpPr txBox="1"/>
          <p:nvPr>
            <p:ph idx="2" type="body"/>
          </p:nvPr>
        </p:nvSpPr>
        <p:spPr>
          <a:xfrm>
            <a:off x="3207600" y="1414800"/>
            <a:ext cx="2696400" cy="320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7"/>
          <p:cNvSpPr txBox="1"/>
          <p:nvPr>
            <p:ph idx="3" type="body"/>
          </p:nvPr>
        </p:nvSpPr>
        <p:spPr>
          <a:xfrm>
            <a:off x="6058800" y="1414800"/>
            <a:ext cx="2696400" cy="320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 type="twoColTx">
  <p:cSld name="TITLE_AND_TWO_COLUMNS">
    <p:bg>
      <p:bgPr>
        <a:solidFill>
          <a:schemeClr val="accen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8"/>
          <p:cNvSpPr txBox="1"/>
          <p:nvPr>
            <p:ph type="ctrTitle"/>
          </p:nvPr>
        </p:nvSpPr>
        <p:spPr>
          <a:xfrm>
            <a:off x="356400" y="639025"/>
            <a:ext cx="8427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>
            <a:off x="356400" y="1663200"/>
            <a:ext cx="4093200" cy="48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2" type="body"/>
          </p:nvPr>
        </p:nvSpPr>
        <p:spPr>
          <a:xfrm>
            <a:off x="356400" y="2188800"/>
            <a:ext cx="4093200" cy="253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3" type="subTitle"/>
          </p:nvPr>
        </p:nvSpPr>
        <p:spPr>
          <a:xfrm>
            <a:off x="4694400" y="1663200"/>
            <a:ext cx="4093200" cy="48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4" type="body"/>
          </p:nvPr>
        </p:nvSpPr>
        <p:spPr>
          <a:xfrm>
            <a:off x="4694400" y="2188800"/>
            <a:ext cx="4093200" cy="253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43" name="Google Shape;143;p18"/>
          <p:cNvGrpSpPr/>
          <p:nvPr/>
        </p:nvGrpSpPr>
        <p:grpSpPr>
          <a:xfrm rot="-2000464">
            <a:off x="7337878" y="241399"/>
            <a:ext cx="1612403" cy="2451218"/>
            <a:chOff x="5604700" y="1514050"/>
            <a:chExt cx="927000" cy="1409250"/>
          </a:xfrm>
        </p:grpSpPr>
        <p:sp>
          <p:nvSpPr>
            <p:cNvPr id="144" name="Google Shape;144;p18"/>
            <p:cNvSpPr/>
            <p:nvPr/>
          </p:nvSpPr>
          <p:spPr>
            <a:xfrm>
              <a:off x="6098850" y="1514050"/>
              <a:ext cx="432850" cy="433450"/>
            </a:xfrm>
            <a:custGeom>
              <a:rect b="b" l="l" r="r" t="t"/>
              <a:pathLst>
                <a:path extrusionOk="0" h="17338" w="17314">
                  <a:moveTo>
                    <a:pt x="8669" y="1"/>
                  </a:moveTo>
                  <a:cubicBezTo>
                    <a:pt x="3883" y="1"/>
                    <a:pt x="1" y="3883"/>
                    <a:pt x="1" y="8669"/>
                  </a:cubicBezTo>
                  <a:cubicBezTo>
                    <a:pt x="1" y="13456"/>
                    <a:pt x="3883" y="17338"/>
                    <a:pt x="8669" y="17338"/>
                  </a:cubicBezTo>
                  <a:cubicBezTo>
                    <a:pt x="13456" y="17338"/>
                    <a:pt x="17314" y="13456"/>
                    <a:pt x="17314" y="8669"/>
                  </a:cubicBezTo>
                  <a:cubicBezTo>
                    <a:pt x="17314" y="3883"/>
                    <a:pt x="13456" y="1"/>
                    <a:pt x="8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5822600" y="1728975"/>
              <a:ext cx="491200" cy="491200"/>
            </a:xfrm>
            <a:custGeom>
              <a:rect b="b" l="l" r="r" t="t"/>
              <a:pathLst>
                <a:path extrusionOk="0" h="19648" w="19648">
                  <a:moveTo>
                    <a:pt x="8598" y="1"/>
                  </a:moveTo>
                  <a:lnTo>
                    <a:pt x="1" y="8741"/>
                  </a:lnTo>
                  <a:cubicBezTo>
                    <a:pt x="30" y="8741"/>
                    <a:pt x="59" y="8740"/>
                    <a:pt x="89" y="8740"/>
                  </a:cubicBezTo>
                  <a:cubicBezTo>
                    <a:pt x="6098" y="8740"/>
                    <a:pt x="11003" y="13604"/>
                    <a:pt x="11051" y="19648"/>
                  </a:cubicBezTo>
                  <a:lnTo>
                    <a:pt x="19648" y="10908"/>
                  </a:lnTo>
                  <a:lnTo>
                    <a:pt x="19648" y="10908"/>
                  </a:lnTo>
                  <a:cubicBezTo>
                    <a:pt x="19619" y="10908"/>
                    <a:pt x="19589" y="10908"/>
                    <a:pt x="19560" y="10908"/>
                  </a:cubicBezTo>
                  <a:cubicBezTo>
                    <a:pt x="13551" y="10908"/>
                    <a:pt x="8645" y="6044"/>
                    <a:pt x="85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5604700" y="1514050"/>
              <a:ext cx="432850" cy="433450"/>
            </a:xfrm>
            <a:custGeom>
              <a:rect b="b" l="l" r="r" t="t"/>
              <a:pathLst>
                <a:path extrusionOk="0" h="17338" w="17314">
                  <a:moveTo>
                    <a:pt x="8645" y="1"/>
                  </a:moveTo>
                  <a:cubicBezTo>
                    <a:pt x="3859" y="1"/>
                    <a:pt x="1" y="3883"/>
                    <a:pt x="1" y="8669"/>
                  </a:cubicBezTo>
                  <a:cubicBezTo>
                    <a:pt x="1" y="13456"/>
                    <a:pt x="3859" y="17338"/>
                    <a:pt x="8645" y="17338"/>
                  </a:cubicBezTo>
                  <a:cubicBezTo>
                    <a:pt x="13432" y="17338"/>
                    <a:pt x="17314" y="13456"/>
                    <a:pt x="17314" y="8669"/>
                  </a:cubicBezTo>
                  <a:cubicBezTo>
                    <a:pt x="17314" y="3883"/>
                    <a:pt x="13432" y="1"/>
                    <a:pt x="86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6098850" y="2001650"/>
              <a:ext cx="432850" cy="433450"/>
            </a:xfrm>
            <a:custGeom>
              <a:rect b="b" l="l" r="r" t="t"/>
              <a:pathLst>
                <a:path extrusionOk="0" h="17338" w="17314">
                  <a:moveTo>
                    <a:pt x="8669" y="1"/>
                  </a:moveTo>
                  <a:cubicBezTo>
                    <a:pt x="3883" y="1"/>
                    <a:pt x="1" y="3883"/>
                    <a:pt x="1" y="8669"/>
                  </a:cubicBezTo>
                  <a:cubicBezTo>
                    <a:pt x="1" y="13456"/>
                    <a:pt x="3883" y="17338"/>
                    <a:pt x="8669" y="17338"/>
                  </a:cubicBezTo>
                  <a:cubicBezTo>
                    <a:pt x="13456" y="17338"/>
                    <a:pt x="17314" y="13456"/>
                    <a:pt x="17314" y="8669"/>
                  </a:cubicBezTo>
                  <a:cubicBezTo>
                    <a:pt x="17314" y="3883"/>
                    <a:pt x="13456" y="1"/>
                    <a:pt x="8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5604700" y="2489850"/>
              <a:ext cx="432850" cy="433450"/>
            </a:xfrm>
            <a:custGeom>
              <a:rect b="b" l="l" r="r" t="t"/>
              <a:pathLst>
                <a:path extrusionOk="0" h="17338" w="17314">
                  <a:moveTo>
                    <a:pt x="8645" y="1"/>
                  </a:moveTo>
                  <a:cubicBezTo>
                    <a:pt x="3859" y="1"/>
                    <a:pt x="1" y="3882"/>
                    <a:pt x="1" y="8669"/>
                  </a:cubicBezTo>
                  <a:cubicBezTo>
                    <a:pt x="1" y="13456"/>
                    <a:pt x="3859" y="17337"/>
                    <a:pt x="8645" y="17337"/>
                  </a:cubicBezTo>
                  <a:cubicBezTo>
                    <a:pt x="13432" y="17337"/>
                    <a:pt x="17314" y="13456"/>
                    <a:pt x="17314" y="8669"/>
                  </a:cubicBezTo>
                  <a:cubicBezTo>
                    <a:pt x="17314" y="3882"/>
                    <a:pt x="13432" y="1"/>
                    <a:pt x="86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5822600" y="2217175"/>
              <a:ext cx="491200" cy="490600"/>
            </a:xfrm>
            <a:custGeom>
              <a:rect b="b" l="l" r="r" t="t"/>
              <a:pathLst>
                <a:path extrusionOk="0" h="19624" w="19648">
                  <a:moveTo>
                    <a:pt x="11051" y="1"/>
                  </a:moveTo>
                  <a:cubicBezTo>
                    <a:pt x="11003" y="6035"/>
                    <a:pt x="6074" y="10908"/>
                    <a:pt x="45" y="10908"/>
                  </a:cubicBezTo>
                  <a:cubicBezTo>
                    <a:pt x="30" y="10908"/>
                    <a:pt x="16" y="10908"/>
                    <a:pt x="1" y="10908"/>
                  </a:cubicBezTo>
                  <a:lnTo>
                    <a:pt x="1" y="10908"/>
                  </a:lnTo>
                  <a:lnTo>
                    <a:pt x="8598" y="19624"/>
                  </a:lnTo>
                  <a:cubicBezTo>
                    <a:pt x="8645" y="13580"/>
                    <a:pt x="13551" y="8716"/>
                    <a:pt x="19560" y="8716"/>
                  </a:cubicBezTo>
                  <a:cubicBezTo>
                    <a:pt x="19589" y="8716"/>
                    <a:pt x="19619" y="8716"/>
                    <a:pt x="19648" y="8717"/>
                  </a:cubicBezTo>
                  <a:lnTo>
                    <a:pt x="110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 type="titleOnly">
  <p:cSld name="TITLE_ONLY">
    <p:bg>
      <p:bgPr>
        <a:solidFill>
          <a:schemeClr val="accen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>
            <a:off x="2590863" y="1044438"/>
            <a:ext cx="6119400" cy="41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2" type="body"/>
          </p:nvPr>
        </p:nvSpPr>
        <p:spPr>
          <a:xfrm>
            <a:off x="2590850" y="1632815"/>
            <a:ext cx="6119400" cy="1121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type="ctrTitle"/>
          </p:nvPr>
        </p:nvSpPr>
        <p:spPr>
          <a:xfrm>
            <a:off x="2590850" y="313200"/>
            <a:ext cx="6193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3" type="subTitle"/>
          </p:nvPr>
        </p:nvSpPr>
        <p:spPr>
          <a:xfrm>
            <a:off x="2590863" y="3072682"/>
            <a:ext cx="6119400" cy="41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4" type="body"/>
          </p:nvPr>
        </p:nvSpPr>
        <p:spPr>
          <a:xfrm>
            <a:off x="2590850" y="3661059"/>
            <a:ext cx="6119400" cy="1121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9"/>
          <p:cNvSpPr/>
          <p:nvPr/>
        </p:nvSpPr>
        <p:spPr>
          <a:xfrm>
            <a:off x="357619" y="909123"/>
            <a:ext cx="1979416" cy="1980709"/>
          </a:xfrm>
          <a:custGeom>
            <a:rect b="b" l="l" r="r" t="t"/>
            <a:pathLst>
              <a:path extrusionOk="0" h="35222" w="35199">
                <a:moveTo>
                  <a:pt x="17600" y="0"/>
                </a:moveTo>
                <a:cubicBezTo>
                  <a:pt x="7883" y="0"/>
                  <a:pt x="1" y="7883"/>
                  <a:pt x="1" y="17623"/>
                </a:cubicBezTo>
                <a:cubicBezTo>
                  <a:pt x="1" y="27339"/>
                  <a:pt x="7883" y="35222"/>
                  <a:pt x="17600" y="35222"/>
                </a:cubicBezTo>
                <a:cubicBezTo>
                  <a:pt x="27340" y="35222"/>
                  <a:pt x="35199" y="27339"/>
                  <a:pt x="35199" y="17623"/>
                </a:cubicBezTo>
                <a:cubicBezTo>
                  <a:pt x="35199" y="7883"/>
                  <a:pt x="27340" y="0"/>
                  <a:pt x="176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442030" y="674730"/>
            <a:ext cx="650864" cy="604020"/>
          </a:xfrm>
          <a:custGeom>
            <a:rect b="b" l="l" r="r" t="t"/>
            <a:pathLst>
              <a:path extrusionOk="0" h="10741" w="11574">
                <a:moveTo>
                  <a:pt x="6906" y="1"/>
                </a:moveTo>
                <a:lnTo>
                  <a:pt x="0" y="4263"/>
                </a:lnTo>
                <a:cubicBezTo>
                  <a:pt x="3024" y="4764"/>
                  <a:pt x="4406" y="8336"/>
                  <a:pt x="2477" y="10741"/>
                </a:cubicBezTo>
                <a:lnTo>
                  <a:pt x="11574" y="5097"/>
                </a:lnTo>
                <a:lnTo>
                  <a:pt x="11574" y="5097"/>
                </a:lnTo>
                <a:cubicBezTo>
                  <a:pt x="11273" y="5164"/>
                  <a:pt x="10977" y="5195"/>
                  <a:pt x="10688" y="5195"/>
                </a:cubicBezTo>
                <a:cubicBezTo>
                  <a:pt x="8089" y="5195"/>
                  <a:pt x="6070" y="2637"/>
                  <a:pt x="690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151400" y="226075"/>
            <a:ext cx="693771" cy="693771"/>
          </a:xfrm>
          <a:custGeom>
            <a:rect b="b" l="l" r="r" t="t"/>
            <a:pathLst>
              <a:path extrusionOk="0" h="12337" w="12337">
                <a:moveTo>
                  <a:pt x="6168" y="1"/>
                </a:moveTo>
                <a:cubicBezTo>
                  <a:pt x="2763" y="1"/>
                  <a:pt x="0" y="2763"/>
                  <a:pt x="0" y="6169"/>
                </a:cubicBezTo>
                <a:cubicBezTo>
                  <a:pt x="0" y="9574"/>
                  <a:pt x="2763" y="12337"/>
                  <a:pt x="6168" y="12337"/>
                </a:cubicBezTo>
                <a:cubicBezTo>
                  <a:pt x="9574" y="12337"/>
                  <a:pt x="12336" y="9574"/>
                  <a:pt x="12336" y="6169"/>
                </a:cubicBezTo>
                <a:cubicBezTo>
                  <a:pt x="12336" y="2763"/>
                  <a:pt x="9574" y="1"/>
                  <a:pt x="616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780855" y="2710376"/>
            <a:ext cx="1134316" cy="405848"/>
          </a:xfrm>
          <a:custGeom>
            <a:rect b="b" l="l" r="r" t="t"/>
            <a:pathLst>
              <a:path extrusionOk="0" h="7217" w="20171">
                <a:moveTo>
                  <a:pt x="0" y="0"/>
                </a:moveTo>
                <a:cubicBezTo>
                  <a:pt x="2501" y="1763"/>
                  <a:pt x="2501" y="5478"/>
                  <a:pt x="0" y="7216"/>
                </a:cubicBezTo>
                <a:lnTo>
                  <a:pt x="20171" y="7216"/>
                </a:lnTo>
                <a:cubicBezTo>
                  <a:pt x="17670" y="5478"/>
                  <a:pt x="17670" y="1763"/>
                  <a:pt x="201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357619" y="2938021"/>
            <a:ext cx="1979416" cy="1979416"/>
          </a:xfrm>
          <a:custGeom>
            <a:rect b="b" l="l" r="r" t="t"/>
            <a:pathLst>
              <a:path extrusionOk="0" h="35199" w="35199">
                <a:moveTo>
                  <a:pt x="17600" y="1"/>
                </a:moveTo>
                <a:cubicBezTo>
                  <a:pt x="7883" y="1"/>
                  <a:pt x="1" y="7883"/>
                  <a:pt x="1" y="17600"/>
                </a:cubicBezTo>
                <a:cubicBezTo>
                  <a:pt x="1" y="27316"/>
                  <a:pt x="7883" y="35199"/>
                  <a:pt x="17600" y="35199"/>
                </a:cubicBezTo>
                <a:cubicBezTo>
                  <a:pt x="27340" y="35199"/>
                  <a:pt x="35199" y="27316"/>
                  <a:pt x="35199" y="17600"/>
                </a:cubicBezTo>
                <a:cubicBezTo>
                  <a:pt x="35199" y="7883"/>
                  <a:pt x="27340" y="1"/>
                  <a:pt x="176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>
            <p:ph idx="5" type="pic"/>
          </p:nvPr>
        </p:nvSpPr>
        <p:spPr>
          <a:xfrm>
            <a:off x="492325" y="1073938"/>
            <a:ext cx="1710000" cy="171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3" name="Google Shape;163;p19"/>
          <p:cNvSpPr/>
          <p:nvPr>
            <p:ph idx="6" type="pic"/>
          </p:nvPr>
        </p:nvSpPr>
        <p:spPr>
          <a:xfrm>
            <a:off x="493013" y="3072713"/>
            <a:ext cx="1710000" cy="1710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>
  <p:cSld name="ONE_COLUMN_TEXT"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36976" y="1209600"/>
            <a:ext cx="5935800" cy="403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2" type="body"/>
          </p:nvPr>
        </p:nvSpPr>
        <p:spPr>
          <a:xfrm>
            <a:off x="436976" y="1612800"/>
            <a:ext cx="5935800" cy="1306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20"/>
          <p:cNvSpPr txBox="1"/>
          <p:nvPr>
            <p:ph idx="3" type="subTitle"/>
          </p:nvPr>
        </p:nvSpPr>
        <p:spPr>
          <a:xfrm>
            <a:off x="431700" y="3038400"/>
            <a:ext cx="5935800" cy="403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4" type="body"/>
          </p:nvPr>
        </p:nvSpPr>
        <p:spPr>
          <a:xfrm>
            <a:off x="431700" y="3441600"/>
            <a:ext cx="5935800" cy="1306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type="ctrTitle"/>
          </p:nvPr>
        </p:nvSpPr>
        <p:spPr>
          <a:xfrm>
            <a:off x="436973" y="313200"/>
            <a:ext cx="59358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70" name="Google Shape;170;p20"/>
          <p:cNvGrpSpPr/>
          <p:nvPr/>
        </p:nvGrpSpPr>
        <p:grpSpPr>
          <a:xfrm>
            <a:off x="6674370" y="1209602"/>
            <a:ext cx="2328798" cy="3538753"/>
            <a:chOff x="2630275" y="1527150"/>
            <a:chExt cx="929400" cy="1412225"/>
          </a:xfrm>
        </p:grpSpPr>
        <p:sp>
          <p:nvSpPr>
            <p:cNvPr id="171" name="Google Shape;171;p20"/>
            <p:cNvSpPr/>
            <p:nvPr/>
          </p:nvSpPr>
          <p:spPr>
            <a:xfrm>
              <a:off x="2630275" y="1527150"/>
              <a:ext cx="434050" cy="434050"/>
            </a:xfrm>
            <a:custGeom>
              <a:rect b="b" l="l" r="r" t="t"/>
              <a:pathLst>
                <a:path extrusionOk="0" h="17362" w="17362">
                  <a:moveTo>
                    <a:pt x="8693" y="1"/>
                  </a:moveTo>
                  <a:cubicBezTo>
                    <a:pt x="3882" y="1"/>
                    <a:pt x="1" y="3883"/>
                    <a:pt x="1" y="8693"/>
                  </a:cubicBezTo>
                  <a:cubicBezTo>
                    <a:pt x="1" y="13480"/>
                    <a:pt x="3882" y="17361"/>
                    <a:pt x="8693" y="17361"/>
                  </a:cubicBezTo>
                  <a:cubicBezTo>
                    <a:pt x="13480" y="17361"/>
                    <a:pt x="17361" y="13480"/>
                    <a:pt x="17361" y="8693"/>
                  </a:cubicBezTo>
                  <a:cubicBezTo>
                    <a:pt x="17361" y="3883"/>
                    <a:pt x="13480" y="1"/>
                    <a:pt x="86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3125625" y="1527150"/>
              <a:ext cx="434050" cy="434050"/>
            </a:xfrm>
            <a:custGeom>
              <a:rect b="b" l="l" r="r" t="t"/>
              <a:pathLst>
                <a:path extrusionOk="0" h="17362" w="17362">
                  <a:moveTo>
                    <a:pt x="8693" y="1"/>
                  </a:moveTo>
                  <a:cubicBezTo>
                    <a:pt x="3882" y="1"/>
                    <a:pt x="0" y="3883"/>
                    <a:pt x="0" y="8693"/>
                  </a:cubicBezTo>
                  <a:cubicBezTo>
                    <a:pt x="0" y="13480"/>
                    <a:pt x="3882" y="17361"/>
                    <a:pt x="8693" y="17361"/>
                  </a:cubicBezTo>
                  <a:cubicBezTo>
                    <a:pt x="13479" y="17361"/>
                    <a:pt x="17361" y="13480"/>
                    <a:pt x="17361" y="8693"/>
                  </a:cubicBezTo>
                  <a:cubicBezTo>
                    <a:pt x="17361" y="3883"/>
                    <a:pt x="13479" y="1"/>
                    <a:pt x="86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2848775" y="1742675"/>
              <a:ext cx="492400" cy="491800"/>
            </a:xfrm>
            <a:custGeom>
              <a:rect b="b" l="l" r="r" t="t"/>
              <a:pathLst>
                <a:path extrusionOk="0" h="19672" w="19696">
                  <a:moveTo>
                    <a:pt x="11074" y="1"/>
                  </a:moveTo>
                  <a:cubicBezTo>
                    <a:pt x="11027" y="6044"/>
                    <a:pt x="6121" y="10932"/>
                    <a:pt x="88" y="10932"/>
                  </a:cubicBezTo>
                  <a:cubicBezTo>
                    <a:pt x="59" y="10932"/>
                    <a:pt x="30" y="10932"/>
                    <a:pt x="1" y="10931"/>
                  </a:cubicBezTo>
                  <a:lnTo>
                    <a:pt x="1" y="10931"/>
                  </a:lnTo>
                  <a:lnTo>
                    <a:pt x="8621" y="19671"/>
                  </a:lnTo>
                  <a:cubicBezTo>
                    <a:pt x="8669" y="13613"/>
                    <a:pt x="13598" y="8740"/>
                    <a:pt x="19651" y="8740"/>
                  </a:cubicBezTo>
                  <a:cubicBezTo>
                    <a:pt x="19666" y="8740"/>
                    <a:pt x="19680" y="8740"/>
                    <a:pt x="19695" y="8740"/>
                  </a:cubicBezTo>
                  <a:lnTo>
                    <a:pt x="110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2630275" y="2015950"/>
              <a:ext cx="434050" cy="434050"/>
            </a:xfrm>
            <a:custGeom>
              <a:rect b="b" l="l" r="r" t="t"/>
              <a:pathLst>
                <a:path extrusionOk="0" h="17362" w="17362">
                  <a:moveTo>
                    <a:pt x="8693" y="0"/>
                  </a:moveTo>
                  <a:cubicBezTo>
                    <a:pt x="3882" y="0"/>
                    <a:pt x="1" y="3882"/>
                    <a:pt x="1" y="8693"/>
                  </a:cubicBezTo>
                  <a:cubicBezTo>
                    <a:pt x="1" y="13479"/>
                    <a:pt x="3882" y="17361"/>
                    <a:pt x="8693" y="17361"/>
                  </a:cubicBezTo>
                  <a:cubicBezTo>
                    <a:pt x="13480" y="17361"/>
                    <a:pt x="17361" y="13479"/>
                    <a:pt x="17361" y="8693"/>
                  </a:cubicBezTo>
                  <a:cubicBezTo>
                    <a:pt x="17361" y="3882"/>
                    <a:pt x="13480" y="0"/>
                    <a:pt x="86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3125625" y="2015950"/>
              <a:ext cx="434050" cy="434050"/>
            </a:xfrm>
            <a:custGeom>
              <a:rect b="b" l="l" r="r" t="t"/>
              <a:pathLst>
                <a:path extrusionOk="0" h="17362" w="17362">
                  <a:moveTo>
                    <a:pt x="8693" y="0"/>
                  </a:moveTo>
                  <a:cubicBezTo>
                    <a:pt x="3882" y="0"/>
                    <a:pt x="0" y="3882"/>
                    <a:pt x="0" y="8693"/>
                  </a:cubicBezTo>
                  <a:cubicBezTo>
                    <a:pt x="0" y="13479"/>
                    <a:pt x="3882" y="17361"/>
                    <a:pt x="8693" y="17361"/>
                  </a:cubicBezTo>
                  <a:cubicBezTo>
                    <a:pt x="13479" y="17361"/>
                    <a:pt x="17361" y="13479"/>
                    <a:pt x="17361" y="8693"/>
                  </a:cubicBezTo>
                  <a:cubicBezTo>
                    <a:pt x="17361" y="3882"/>
                    <a:pt x="13479" y="0"/>
                    <a:pt x="86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2848775" y="2231475"/>
              <a:ext cx="492400" cy="491775"/>
            </a:xfrm>
            <a:custGeom>
              <a:rect b="b" l="l" r="r" t="t"/>
              <a:pathLst>
                <a:path extrusionOk="0" h="19671" w="19696">
                  <a:moveTo>
                    <a:pt x="11074" y="0"/>
                  </a:moveTo>
                  <a:cubicBezTo>
                    <a:pt x="11027" y="6067"/>
                    <a:pt x="6121" y="10931"/>
                    <a:pt x="89" y="10931"/>
                  </a:cubicBezTo>
                  <a:cubicBezTo>
                    <a:pt x="59" y="10931"/>
                    <a:pt x="30" y="10931"/>
                    <a:pt x="1" y="10931"/>
                  </a:cubicBezTo>
                  <a:lnTo>
                    <a:pt x="1" y="10931"/>
                  </a:lnTo>
                  <a:lnTo>
                    <a:pt x="8621" y="19671"/>
                  </a:lnTo>
                  <a:cubicBezTo>
                    <a:pt x="8669" y="13613"/>
                    <a:pt x="13598" y="8740"/>
                    <a:pt x="19651" y="8740"/>
                  </a:cubicBezTo>
                  <a:cubicBezTo>
                    <a:pt x="19666" y="8740"/>
                    <a:pt x="19680" y="8740"/>
                    <a:pt x="19695" y="8740"/>
                  </a:cubicBezTo>
                  <a:lnTo>
                    <a:pt x="1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2630275" y="2504725"/>
              <a:ext cx="434050" cy="434650"/>
            </a:xfrm>
            <a:custGeom>
              <a:rect b="b" l="l" r="r" t="t"/>
              <a:pathLst>
                <a:path extrusionOk="0" h="17386" w="17362">
                  <a:moveTo>
                    <a:pt x="8693" y="1"/>
                  </a:moveTo>
                  <a:cubicBezTo>
                    <a:pt x="3882" y="1"/>
                    <a:pt x="1" y="3883"/>
                    <a:pt x="1" y="8693"/>
                  </a:cubicBezTo>
                  <a:cubicBezTo>
                    <a:pt x="1" y="13480"/>
                    <a:pt x="3882" y="17385"/>
                    <a:pt x="8693" y="17385"/>
                  </a:cubicBezTo>
                  <a:cubicBezTo>
                    <a:pt x="13480" y="17385"/>
                    <a:pt x="17361" y="13480"/>
                    <a:pt x="17361" y="8693"/>
                  </a:cubicBezTo>
                  <a:cubicBezTo>
                    <a:pt x="17361" y="3883"/>
                    <a:pt x="13480" y="1"/>
                    <a:pt x="86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3125625" y="2504725"/>
              <a:ext cx="434050" cy="434650"/>
            </a:xfrm>
            <a:custGeom>
              <a:rect b="b" l="l" r="r" t="t"/>
              <a:pathLst>
                <a:path extrusionOk="0" h="17386" w="17362">
                  <a:moveTo>
                    <a:pt x="8693" y="1"/>
                  </a:moveTo>
                  <a:cubicBezTo>
                    <a:pt x="3882" y="1"/>
                    <a:pt x="0" y="3883"/>
                    <a:pt x="0" y="8693"/>
                  </a:cubicBezTo>
                  <a:cubicBezTo>
                    <a:pt x="0" y="13480"/>
                    <a:pt x="3882" y="17385"/>
                    <a:pt x="8693" y="17385"/>
                  </a:cubicBezTo>
                  <a:cubicBezTo>
                    <a:pt x="13479" y="17385"/>
                    <a:pt x="17361" y="13480"/>
                    <a:pt x="17361" y="8693"/>
                  </a:cubicBezTo>
                  <a:cubicBezTo>
                    <a:pt x="17361" y="3883"/>
                    <a:pt x="13479" y="1"/>
                    <a:pt x="86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MAIN_POINT">
    <p:bg>
      <p:bgPr>
        <a:solidFill>
          <a:schemeClr val="accen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/>
          <p:nvPr/>
        </p:nvSpPr>
        <p:spPr>
          <a:xfrm>
            <a:off x="691288" y="1021375"/>
            <a:ext cx="3813900" cy="3776100"/>
          </a:xfrm>
          <a:prstGeom prst="roundRect">
            <a:avLst>
              <a:gd fmla="val 360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1" name="Google Shape;181;p21"/>
          <p:cNvSpPr txBox="1"/>
          <p:nvPr>
            <p:ph type="ctrTitle"/>
          </p:nvPr>
        </p:nvSpPr>
        <p:spPr>
          <a:xfrm>
            <a:off x="654938" y="241300"/>
            <a:ext cx="7742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21"/>
          <p:cNvSpPr/>
          <p:nvPr/>
        </p:nvSpPr>
        <p:spPr>
          <a:xfrm rot="5170764">
            <a:off x="4310503" y="1027452"/>
            <a:ext cx="188618" cy="188618"/>
          </a:xfrm>
          <a:custGeom>
            <a:rect b="b" l="l" r="r" t="t"/>
            <a:pathLst>
              <a:path extrusionOk="0" h="10765" w="10765">
                <a:moveTo>
                  <a:pt x="5383" y="0"/>
                </a:moveTo>
                <a:cubicBezTo>
                  <a:pt x="2406" y="0"/>
                  <a:pt x="0" y="2405"/>
                  <a:pt x="0" y="5382"/>
                </a:cubicBezTo>
                <a:cubicBezTo>
                  <a:pt x="0" y="8359"/>
                  <a:pt x="2406" y="10764"/>
                  <a:pt x="5383" y="10764"/>
                </a:cubicBezTo>
                <a:cubicBezTo>
                  <a:pt x="8359" y="10764"/>
                  <a:pt x="10765" y="8359"/>
                  <a:pt x="10765" y="5382"/>
                </a:cubicBezTo>
                <a:cubicBezTo>
                  <a:pt x="10765" y="2405"/>
                  <a:pt x="8359" y="0"/>
                  <a:pt x="538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 rot="5170764">
            <a:off x="4149247" y="1114356"/>
            <a:ext cx="272493" cy="273737"/>
          </a:xfrm>
          <a:custGeom>
            <a:rect b="b" l="l" r="r" t="t"/>
            <a:pathLst>
              <a:path extrusionOk="0" h="15623" w="15552">
                <a:moveTo>
                  <a:pt x="6216" y="0"/>
                </a:moveTo>
                <a:lnTo>
                  <a:pt x="0" y="5835"/>
                </a:lnTo>
                <a:lnTo>
                  <a:pt x="24" y="5835"/>
                </a:lnTo>
                <a:cubicBezTo>
                  <a:pt x="4668" y="6573"/>
                  <a:pt x="7859" y="10955"/>
                  <a:pt x="7121" y="15623"/>
                </a:cubicBezTo>
                <a:lnTo>
                  <a:pt x="15551" y="7669"/>
                </a:lnTo>
                <a:lnTo>
                  <a:pt x="15551" y="7669"/>
                </a:lnTo>
                <a:cubicBezTo>
                  <a:pt x="15261" y="7698"/>
                  <a:pt x="14972" y="7712"/>
                  <a:pt x="14686" y="7712"/>
                </a:cubicBezTo>
                <a:cubicBezTo>
                  <a:pt x="10355" y="7712"/>
                  <a:pt x="6640" y="4401"/>
                  <a:pt x="62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 rot="5170764">
            <a:off x="3967186" y="1248169"/>
            <a:ext cx="331751" cy="331751"/>
          </a:xfrm>
          <a:custGeom>
            <a:rect b="b" l="l" r="r" t="t"/>
            <a:pathLst>
              <a:path extrusionOk="0" h="18934" w="18934">
                <a:moveTo>
                  <a:pt x="9455" y="1"/>
                </a:moveTo>
                <a:cubicBezTo>
                  <a:pt x="4240" y="1"/>
                  <a:pt x="1" y="4240"/>
                  <a:pt x="1" y="9455"/>
                </a:cubicBezTo>
                <a:cubicBezTo>
                  <a:pt x="1" y="14694"/>
                  <a:pt x="4240" y="18933"/>
                  <a:pt x="9455" y="18933"/>
                </a:cubicBezTo>
                <a:cubicBezTo>
                  <a:pt x="14694" y="18933"/>
                  <a:pt x="18933" y="14694"/>
                  <a:pt x="18933" y="9455"/>
                </a:cubicBezTo>
                <a:cubicBezTo>
                  <a:pt x="18933" y="4240"/>
                  <a:pt x="14694" y="1"/>
                  <a:pt x="945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 txBox="1"/>
          <p:nvPr>
            <p:ph idx="1" type="subTitle"/>
          </p:nvPr>
        </p:nvSpPr>
        <p:spPr>
          <a:xfrm>
            <a:off x="832638" y="1183250"/>
            <a:ext cx="3459600" cy="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2" type="body"/>
          </p:nvPr>
        </p:nvSpPr>
        <p:spPr>
          <a:xfrm>
            <a:off x="832638" y="1730450"/>
            <a:ext cx="34596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21"/>
          <p:cNvSpPr/>
          <p:nvPr/>
        </p:nvSpPr>
        <p:spPr>
          <a:xfrm>
            <a:off x="4675163" y="1021375"/>
            <a:ext cx="3813900" cy="3776100"/>
          </a:xfrm>
          <a:prstGeom prst="roundRect">
            <a:avLst>
              <a:gd fmla="val 360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21"/>
          <p:cNvSpPr/>
          <p:nvPr/>
        </p:nvSpPr>
        <p:spPr>
          <a:xfrm rot="5170764">
            <a:off x="8294378" y="1027452"/>
            <a:ext cx="188618" cy="188618"/>
          </a:xfrm>
          <a:custGeom>
            <a:rect b="b" l="l" r="r" t="t"/>
            <a:pathLst>
              <a:path extrusionOk="0" h="10765" w="10765">
                <a:moveTo>
                  <a:pt x="5383" y="0"/>
                </a:moveTo>
                <a:cubicBezTo>
                  <a:pt x="2406" y="0"/>
                  <a:pt x="0" y="2405"/>
                  <a:pt x="0" y="5382"/>
                </a:cubicBezTo>
                <a:cubicBezTo>
                  <a:pt x="0" y="8359"/>
                  <a:pt x="2406" y="10764"/>
                  <a:pt x="5383" y="10764"/>
                </a:cubicBezTo>
                <a:cubicBezTo>
                  <a:pt x="8359" y="10764"/>
                  <a:pt x="10765" y="8359"/>
                  <a:pt x="10765" y="5382"/>
                </a:cubicBezTo>
                <a:cubicBezTo>
                  <a:pt x="10765" y="2405"/>
                  <a:pt x="8359" y="0"/>
                  <a:pt x="538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 rot="5170764">
            <a:off x="8133122" y="1114356"/>
            <a:ext cx="272493" cy="273737"/>
          </a:xfrm>
          <a:custGeom>
            <a:rect b="b" l="l" r="r" t="t"/>
            <a:pathLst>
              <a:path extrusionOk="0" h="15623" w="15552">
                <a:moveTo>
                  <a:pt x="6216" y="0"/>
                </a:moveTo>
                <a:lnTo>
                  <a:pt x="0" y="5835"/>
                </a:lnTo>
                <a:lnTo>
                  <a:pt x="24" y="5835"/>
                </a:lnTo>
                <a:cubicBezTo>
                  <a:pt x="4668" y="6573"/>
                  <a:pt x="7859" y="10955"/>
                  <a:pt x="7121" y="15623"/>
                </a:cubicBezTo>
                <a:lnTo>
                  <a:pt x="15551" y="7669"/>
                </a:lnTo>
                <a:lnTo>
                  <a:pt x="15551" y="7669"/>
                </a:lnTo>
                <a:cubicBezTo>
                  <a:pt x="15261" y="7698"/>
                  <a:pt x="14972" y="7712"/>
                  <a:pt x="14686" y="7712"/>
                </a:cubicBezTo>
                <a:cubicBezTo>
                  <a:pt x="10355" y="7712"/>
                  <a:pt x="6640" y="4401"/>
                  <a:pt x="62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 rot="5170764">
            <a:off x="7951061" y="1248169"/>
            <a:ext cx="331751" cy="331751"/>
          </a:xfrm>
          <a:custGeom>
            <a:rect b="b" l="l" r="r" t="t"/>
            <a:pathLst>
              <a:path extrusionOk="0" h="18934" w="18934">
                <a:moveTo>
                  <a:pt x="9455" y="1"/>
                </a:moveTo>
                <a:cubicBezTo>
                  <a:pt x="4240" y="1"/>
                  <a:pt x="1" y="4240"/>
                  <a:pt x="1" y="9455"/>
                </a:cubicBezTo>
                <a:cubicBezTo>
                  <a:pt x="1" y="14694"/>
                  <a:pt x="4240" y="18933"/>
                  <a:pt x="9455" y="18933"/>
                </a:cubicBezTo>
                <a:cubicBezTo>
                  <a:pt x="14694" y="18933"/>
                  <a:pt x="18933" y="14694"/>
                  <a:pt x="18933" y="9455"/>
                </a:cubicBezTo>
                <a:cubicBezTo>
                  <a:pt x="18933" y="4240"/>
                  <a:pt x="14694" y="1"/>
                  <a:pt x="945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 txBox="1"/>
          <p:nvPr>
            <p:ph idx="3" type="subTitle"/>
          </p:nvPr>
        </p:nvSpPr>
        <p:spPr>
          <a:xfrm>
            <a:off x="4816513" y="1183250"/>
            <a:ext cx="3459600" cy="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4" type="body"/>
          </p:nvPr>
        </p:nvSpPr>
        <p:spPr>
          <a:xfrm>
            <a:off x="4816513" y="1730450"/>
            <a:ext cx="34596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SECTION_TITLE_AND_DESCRIPTION">
    <p:bg>
      <p:bgPr>
        <a:solidFill>
          <a:schemeClr val="accen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22"/>
          <p:cNvSpPr txBox="1"/>
          <p:nvPr>
            <p:ph type="ctrTitle"/>
          </p:nvPr>
        </p:nvSpPr>
        <p:spPr>
          <a:xfrm>
            <a:off x="2272300" y="345600"/>
            <a:ext cx="63966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2272300" y="1026000"/>
            <a:ext cx="6396600" cy="3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22"/>
          <p:cNvSpPr/>
          <p:nvPr/>
        </p:nvSpPr>
        <p:spPr>
          <a:xfrm>
            <a:off x="1324457" y="2231058"/>
            <a:ext cx="626998" cy="628007"/>
          </a:xfrm>
          <a:custGeom>
            <a:rect b="b" l="l" r="r" t="t"/>
            <a:pathLst>
              <a:path extrusionOk="0" h="14933" w="14909">
                <a:moveTo>
                  <a:pt x="7455" y="0"/>
                </a:moveTo>
                <a:cubicBezTo>
                  <a:pt x="3335" y="0"/>
                  <a:pt x="1" y="3358"/>
                  <a:pt x="1" y="7478"/>
                </a:cubicBezTo>
                <a:cubicBezTo>
                  <a:pt x="1" y="11574"/>
                  <a:pt x="3335" y="14932"/>
                  <a:pt x="7455" y="14932"/>
                </a:cubicBezTo>
                <a:cubicBezTo>
                  <a:pt x="11575" y="14932"/>
                  <a:pt x="14909" y="11574"/>
                  <a:pt x="14909" y="7478"/>
                </a:cubicBezTo>
                <a:cubicBezTo>
                  <a:pt x="14909" y="3358"/>
                  <a:pt x="11575" y="0"/>
                  <a:pt x="7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1028009" y="2599632"/>
            <a:ext cx="673090" cy="666025"/>
          </a:xfrm>
          <a:custGeom>
            <a:rect b="b" l="l" r="r" t="t"/>
            <a:pathLst>
              <a:path extrusionOk="0" h="15837" w="16005">
                <a:moveTo>
                  <a:pt x="7169" y="0"/>
                </a:moveTo>
                <a:lnTo>
                  <a:pt x="7169" y="0"/>
                </a:lnTo>
                <a:cubicBezTo>
                  <a:pt x="7955" y="4453"/>
                  <a:pt x="4526" y="8550"/>
                  <a:pt x="1" y="8550"/>
                </a:cubicBezTo>
                <a:lnTo>
                  <a:pt x="10694" y="15837"/>
                </a:lnTo>
                <a:cubicBezTo>
                  <a:pt x="9027" y="11622"/>
                  <a:pt x="11575" y="6906"/>
                  <a:pt x="16004" y="6001"/>
                </a:cubicBezTo>
                <a:lnTo>
                  <a:pt x="71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855750" y="1802387"/>
            <a:ext cx="809264" cy="830334"/>
          </a:xfrm>
          <a:custGeom>
            <a:rect b="b" l="l" r="r" t="t"/>
            <a:pathLst>
              <a:path extrusionOk="0" h="19744" w="19243">
                <a:moveTo>
                  <a:pt x="12051" y="1"/>
                </a:moveTo>
                <a:lnTo>
                  <a:pt x="1" y="14694"/>
                </a:lnTo>
                <a:cubicBezTo>
                  <a:pt x="1167" y="14121"/>
                  <a:pt x="2394" y="13852"/>
                  <a:pt x="3598" y="13852"/>
                </a:cubicBezTo>
                <a:cubicBezTo>
                  <a:pt x="7092" y="13852"/>
                  <a:pt x="10393" y="16113"/>
                  <a:pt x="11456" y="19743"/>
                </a:cubicBezTo>
                <a:lnTo>
                  <a:pt x="19243" y="10217"/>
                </a:lnTo>
                <a:cubicBezTo>
                  <a:pt x="14194" y="9789"/>
                  <a:pt x="10741" y="4907"/>
                  <a:pt x="120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44287" y="2959165"/>
            <a:ext cx="967517" cy="967517"/>
          </a:xfrm>
          <a:custGeom>
            <a:rect b="b" l="l" r="r" t="t"/>
            <a:pathLst>
              <a:path extrusionOk="0" h="23006" w="23006">
                <a:moveTo>
                  <a:pt x="11503" y="1"/>
                </a:moveTo>
                <a:cubicBezTo>
                  <a:pt x="5144" y="1"/>
                  <a:pt x="0" y="5144"/>
                  <a:pt x="0" y="11503"/>
                </a:cubicBezTo>
                <a:cubicBezTo>
                  <a:pt x="0" y="17861"/>
                  <a:pt x="5144" y="23005"/>
                  <a:pt x="11503" y="23005"/>
                </a:cubicBezTo>
                <a:cubicBezTo>
                  <a:pt x="17861" y="23005"/>
                  <a:pt x="23005" y="17861"/>
                  <a:pt x="23005" y="11503"/>
                </a:cubicBezTo>
                <a:cubicBezTo>
                  <a:pt x="23005" y="5144"/>
                  <a:pt x="17861" y="1"/>
                  <a:pt x="1150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-534350" y="589550"/>
            <a:ext cx="1928937" cy="1929988"/>
          </a:xfrm>
          <a:custGeom>
            <a:rect b="b" l="l" r="r" t="t"/>
            <a:pathLst>
              <a:path extrusionOk="0" h="45892" w="45867">
                <a:moveTo>
                  <a:pt x="22934" y="1"/>
                </a:moveTo>
                <a:cubicBezTo>
                  <a:pt x="10264" y="1"/>
                  <a:pt x="0" y="10265"/>
                  <a:pt x="0" y="22934"/>
                </a:cubicBezTo>
                <a:cubicBezTo>
                  <a:pt x="0" y="35603"/>
                  <a:pt x="10264" y="45891"/>
                  <a:pt x="22934" y="45891"/>
                </a:cubicBezTo>
                <a:cubicBezTo>
                  <a:pt x="35603" y="45891"/>
                  <a:pt x="45867" y="35603"/>
                  <a:pt x="45867" y="22934"/>
                </a:cubicBezTo>
                <a:cubicBezTo>
                  <a:pt x="45867" y="10265"/>
                  <a:pt x="35603" y="1"/>
                  <a:pt x="2293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CAPTION_ONLY">
    <p:bg>
      <p:bgPr>
        <a:solidFill>
          <a:schemeClr val="accen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3"/>
          <p:cNvSpPr txBox="1"/>
          <p:nvPr>
            <p:ph type="ctrTitle"/>
          </p:nvPr>
        </p:nvSpPr>
        <p:spPr>
          <a:xfrm>
            <a:off x="3909625" y="345600"/>
            <a:ext cx="4903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3909625" y="1026000"/>
            <a:ext cx="49032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23"/>
          <p:cNvSpPr/>
          <p:nvPr/>
        </p:nvSpPr>
        <p:spPr>
          <a:xfrm>
            <a:off x="275900" y="345600"/>
            <a:ext cx="3098950" cy="3098695"/>
          </a:xfrm>
          <a:custGeom>
            <a:rect b="b" l="l" r="r" t="t"/>
            <a:pathLst>
              <a:path extrusionOk="0" h="61727" w="61729">
                <a:moveTo>
                  <a:pt x="30864" y="0"/>
                </a:moveTo>
                <a:cubicBezTo>
                  <a:pt x="13813" y="0"/>
                  <a:pt x="1" y="13812"/>
                  <a:pt x="1" y="30863"/>
                </a:cubicBezTo>
                <a:cubicBezTo>
                  <a:pt x="1" y="47915"/>
                  <a:pt x="13813" y="61727"/>
                  <a:pt x="30864" y="61727"/>
                </a:cubicBezTo>
                <a:cubicBezTo>
                  <a:pt x="47916" y="61727"/>
                  <a:pt x="61728" y="47915"/>
                  <a:pt x="61728" y="30863"/>
                </a:cubicBezTo>
                <a:cubicBezTo>
                  <a:pt x="61728" y="13812"/>
                  <a:pt x="47916" y="0"/>
                  <a:pt x="308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 rot="769949">
            <a:off x="2249701" y="3009432"/>
            <a:ext cx="756746" cy="747649"/>
          </a:xfrm>
          <a:custGeom>
            <a:rect b="b" l="l" r="r" t="t"/>
            <a:pathLst>
              <a:path extrusionOk="0" h="17671" w="17885">
                <a:moveTo>
                  <a:pt x="11860" y="1"/>
                </a:moveTo>
                <a:cubicBezTo>
                  <a:pt x="11849" y="17"/>
                  <a:pt x="11838" y="34"/>
                  <a:pt x="11827" y="51"/>
                </a:cubicBezTo>
                <a:lnTo>
                  <a:pt x="11827" y="51"/>
                </a:lnTo>
                <a:lnTo>
                  <a:pt x="11884" y="1"/>
                </a:lnTo>
                <a:close/>
                <a:moveTo>
                  <a:pt x="11827" y="51"/>
                </a:moveTo>
                <a:lnTo>
                  <a:pt x="0" y="10693"/>
                </a:lnTo>
                <a:cubicBezTo>
                  <a:pt x="941" y="10216"/>
                  <a:pt x="1908" y="9999"/>
                  <a:pt x="2845" y="9999"/>
                </a:cubicBezTo>
                <a:cubicBezTo>
                  <a:pt x="6626" y="9999"/>
                  <a:pt x="9909" y="13529"/>
                  <a:pt x="8954" y="17671"/>
                </a:cubicBezTo>
                <a:lnTo>
                  <a:pt x="17885" y="9598"/>
                </a:lnTo>
                <a:lnTo>
                  <a:pt x="17885" y="9598"/>
                </a:lnTo>
                <a:cubicBezTo>
                  <a:pt x="17605" y="9633"/>
                  <a:pt x="17330" y="9650"/>
                  <a:pt x="17060" y="9650"/>
                </a:cubicBezTo>
                <a:cubicBezTo>
                  <a:pt x="12272" y="9650"/>
                  <a:pt x="9156" y="4260"/>
                  <a:pt x="11827" y="5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77050" lIns="77050" spcFirstLastPara="1" rIns="77050" wrap="square" tIns="77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9"/>
          </a:p>
        </p:txBody>
      </p:sp>
      <p:sp>
        <p:nvSpPr>
          <p:cNvPr id="208" name="Google Shape;208;p23"/>
          <p:cNvSpPr/>
          <p:nvPr/>
        </p:nvSpPr>
        <p:spPr>
          <a:xfrm rot="769853">
            <a:off x="2533606" y="3512366"/>
            <a:ext cx="690663" cy="690579"/>
          </a:xfrm>
          <a:custGeom>
            <a:rect b="b" l="l" r="r" t="t"/>
            <a:pathLst>
              <a:path extrusionOk="0" h="20981" w="20982">
                <a:moveTo>
                  <a:pt x="10503" y="0"/>
                </a:moveTo>
                <a:cubicBezTo>
                  <a:pt x="4716" y="0"/>
                  <a:pt x="1" y="4692"/>
                  <a:pt x="1" y="10479"/>
                </a:cubicBezTo>
                <a:cubicBezTo>
                  <a:pt x="1" y="16289"/>
                  <a:pt x="4716" y="20981"/>
                  <a:pt x="10503" y="20981"/>
                </a:cubicBezTo>
                <a:cubicBezTo>
                  <a:pt x="16290" y="20981"/>
                  <a:pt x="20981" y="16289"/>
                  <a:pt x="20981" y="10479"/>
                </a:cubicBezTo>
                <a:cubicBezTo>
                  <a:pt x="20981" y="4692"/>
                  <a:pt x="16290" y="0"/>
                  <a:pt x="10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77050" lIns="77050" spcFirstLastPara="1" rIns="77050" wrap="square" tIns="77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>
            <p:ph idx="2" type="pic"/>
          </p:nvPr>
        </p:nvSpPr>
        <p:spPr>
          <a:xfrm>
            <a:off x="442975" y="512550"/>
            <a:ext cx="2764800" cy="2764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BIG_NUMBER">
    <p:bg>
      <p:bgPr>
        <a:solidFill>
          <a:schemeClr val="accen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4"/>
          <p:cNvSpPr txBox="1"/>
          <p:nvPr>
            <p:ph type="ctrTitle"/>
          </p:nvPr>
        </p:nvSpPr>
        <p:spPr>
          <a:xfrm>
            <a:off x="338400" y="345600"/>
            <a:ext cx="4908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338400" y="1026000"/>
            <a:ext cx="49089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24"/>
          <p:cNvSpPr/>
          <p:nvPr/>
        </p:nvSpPr>
        <p:spPr>
          <a:xfrm>
            <a:off x="5360375" y="935258"/>
            <a:ext cx="3034344" cy="3034344"/>
          </a:xfrm>
          <a:custGeom>
            <a:rect b="b" l="l" r="r" t="t"/>
            <a:pathLst>
              <a:path extrusionOk="0" h="32841" w="32841">
                <a:moveTo>
                  <a:pt x="16433" y="0"/>
                </a:moveTo>
                <a:cubicBezTo>
                  <a:pt x="7359" y="0"/>
                  <a:pt x="1" y="7359"/>
                  <a:pt x="1" y="16432"/>
                </a:cubicBezTo>
                <a:cubicBezTo>
                  <a:pt x="1" y="25482"/>
                  <a:pt x="7359" y="32840"/>
                  <a:pt x="16433" y="32840"/>
                </a:cubicBezTo>
                <a:cubicBezTo>
                  <a:pt x="25506" y="32840"/>
                  <a:pt x="32841" y="25482"/>
                  <a:pt x="32841" y="16432"/>
                </a:cubicBezTo>
                <a:cubicBezTo>
                  <a:pt x="32841" y="7359"/>
                  <a:pt x="25506" y="0"/>
                  <a:pt x="164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7492558" y="3298325"/>
            <a:ext cx="825180" cy="781292"/>
          </a:xfrm>
          <a:custGeom>
            <a:rect b="b" l="l" r="r" t="t"/>
            <a:pathLst>
              <a:path extrusionOk="0" h="8456" w="8931">
                <a:moveTo>
                  <a:pt x="6978" y="1"/>
                </a:moveTo>
                <a:lnTo>
                  <a:pt x="0" y="5859"/>
                </a:lnTo>
                <a:cubicBezTo>
                  <a:pt x="342" y="5709"/>
                  <a:pt x="690" y="5640"/>
                  <a:pt x="1028" y="5640"/>
                </a:cubicBezTo>
                <a:cubicBezTo>
                  <a:pt x="2455" y="5640"/>
                  <a:pt x="3702" y="6876"/>
                  <a:pt x="3548" y="8455"/>
                </a:cubicBezTo>
                <a:lnTo>
                  <a:pt x="8930" y="3954"/>
                </a:lnTo>
                <a:cubicBezTo>
                  <a:pt x="6978" y="3811"/>
                  <a:pt x="5906" y="1620"/>
                  <a:pt x="69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7265915" y="717393"/>
            <a:ext cx="653602" cy="572202"/>
          </a:xfrm>
          <a:custGeom>
            <a:rect b="b" l="l" r="r" t="t"/>
            <a:pathLst>
              <a:path extrusionOk="0" h="6193" w="7074">
                <a:moveTo>
                  <a:pt x="2882" y="1"/>
                </a:moveTo>
                <a:lnTo>
                  <a:pt x="2882" y="1"/>
                </a:lnTo>
                <a:cubicBezTo>
                  <a:pt x="3301" y="1551"/>
                  <a:pt x="2117" y="2990"/>
                  <a:pt x="626" y="2990"/>
                </a:cubicBezTo>
                <a:cubicBezTo>
                  <a:pt x="422" y="2990"/>
                  <a:pt x="212" y="2963"/>
                  <a:pt x="0" y="2906"/>
                </a:cubicBezTo>
                <a:lnTo>
                  <a:pt x="0" y="2906"/>
                </a:lnTo>
                <a:lnTo>
                  <a:pt x="6359" y="6192"/>
                </a:lnTo>
                <a:cubicBezTo>
                  <a:pt x="4954" y="5025"/>
                  <a:pt x="5358" y="2787"/>
                  <a:pt x="7073" y="2168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7521108" y="345600"/>
            <a:ext cx="589757" cy="589757"/>
          </a:xfrm>
          <a:custGeom>
            <a:rect b="b" l="l" r="r" t="t"/>
            <a:pathLst>
              <a:path extrusionOk="0" h="6383" w="6383">
                <a:moveTo>
                  <a:pt x="3192" y="0"/>
                </a:moveTo>
                <a:cubicBezTo>
                  <a:pt x="1429" y="0"/>
                  <a:pt x="1" y="1429"/>
                  <a:pt x="1" y="3191"/>
                </a:cubicBezTo>
                <a:cubicBezTo>
                  <a:pt x="1" y="4953"/>
                  <a:pt x="1429" y="6382"/>
                  <a:pt x="3192" y="6382"/>
                </a:cubicBezTo>
                <a:cubicBezTo>
                  <a:pt x="4978" y="6382"/>
                  <a:pt x="6383" y="4953"/>
                  <a:pt x="6383" y="3191"/>
                </a:cubicBezTo>
                <a:cubicBezTo>
                  <a:pt x="6383" y="1429"/>
                  <a:pt x="4978" y="0"/>
                  <a:pt x="319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7818156" y="3661433"/>
            <a:ext cx="935222" cy="935222"/>
          </a:xfrm>
          <a:custGeom>
            <a:rect b="b" l="l" r="r" t="t"/>
            <a:pathLst>
              <a:path extrusionOk="0" h="10122" w="10122">
                <a:moveTo>
                  <a:pt x="5049" y="0"/>
                </a:moveTo>
                <a:cubicBezTo>
                  <a:pt x="2263" y="0"/>
                  <a:pt x="1" y="2263"/>
                  <a:pt x="1" y="5073"/>
                </a:cubicBezTo>
                <a:cubicBezTo>
                  <a:pt x="1" y="7859"/>
                  <a:pt x="2263" y="10121"/>
                  <a:pt x="5049" y="10121"/>
                </a:cubicBezTo>
                <a:cubicBezTo>
                  <a:pt x="7859" y="10121"/>
                  <a:pt x="10122" y="7859"/>
                  <a:pt x="10122" y="5073"/>
                </a:cubicBezTo>
                <a:cubicBezTo>
                  <a:pt x="10122" y="2263"/>
                  <a:pt x="7859" y="0"/>
                  <a:pt x="50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513600" y="1088475"/>
            <a:ext cx="2727900" cy="2727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 type="blank">
  <p:cSld name="BLANK">
    <p:bg>
      <p:bgPr>
        <a:solidFill>
          <a:schemeClr val="accen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25"/>
          <p:cNvSpPr txBox="1"/>
          <p:nvPr>
            <p:ph type="ctrTitle"/>
          </p:nvPr>
        </p:nvSpPr>
        <p:spPr>
          <a:xfrm>
            <a:off x="338400" y="288125"/>
            <a:ext cx="84630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25"/>
          <p:cNvSpPr/>
          <p:nvPr/>
        </p:nvSpPr>
        <p:spPr>
          <a:xfrm>
            <a:off x="349650" y="1000725"/>
            <a:ext cx="8463000" cy="3791100"/>
          </a:xfrm>
          <a:prstGeom prst="roundRect">
            <a:avLst>
              <a:gd fmla="val 604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24" name="Google Shape;224;p25"/>
          <p:cNvSpPr txBox="1"/>
          <p:nvPr>
            <p:ph idx="1" type="subTitle"/>
          </p:nvPr>
        </p:nvSpPr>
        <p:spPr>
          <a:xfrm>
            <a:off x="532400" y="1198963"/>
            <a:ext cx="24072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25"/>
          <p:cNvSpPr txBox="1"/>
          <p:nvPr>
            <p:ph idx="2" type="body"/>
          </p:nvPr>
        </p:nvSpPr>
        <p:spPr>
          <a:xfrm>
            <a:off x="532400" y="1871488"/>
            <a:ext cx="24072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25"/>
          <p:cNvSpPr txBox="1"/>
          <p:nvPr>
            <p:ph idx="3" type="subTitle"/>
          </p:nvPr>
        </p:nvSpPr>
        <p:spPr>
          <a:xfrm>
            <a:off x="3353400" y="1198963"/>
            <a:ext cx="24072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25"/>
          <p:cNvSpPr txBox="1"/>
          <p:nvPr>
            <p:ph idx="4" type="body"/>
          </p:nvPr>
        </p:nvSpPr>
        <p:spPr>
          <a:xfrm>
            <a:off x="3353400" y="1871488"/>
            <a:ext cx="24072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25"/>
          <p:cNvSpPr/>
          <p:nvPr/>
        </p:nvSpPr>
        <p:spPr>
          <a:xfrm>
            <a:off x="349651" y="391829"/>
            <a:ext cx="443502" cy="443502"/>
          </a:xfrm>
          <a:custGeom>
            <a:rect b="b" l="l" r="r" t="t"/>
            <a:pathLst>
              <a:path extrusionOk="0" h="15862" w="15862">
                <a:moveTo>
                  <a:pt x="7931" y="1"/>
                </a:moveTo>
                <a:cubicBezTo>
                  <a:pt x="3549" y="1"/>
                  <a:pt x="1" y="3549"/>
                  <a:pt x="1" y="7931"/>
                </a:cubicBezTo>
                <a:cubicBezTo>
                  <a:pt x="1" y="12313"/>
                  <a:pt x="3549" y="15861"/>
                  <a:pt x="7931" y="15861"/>
                </a:cubicBezTo>
                <a:cubicBezTo>
                  <a:pt x="12313" y="15861"/>
                  <a:pt x="15861" y="12313"/>
                  <a:pt x="15861" y="7931"/>
                </a:cubicBezTo>
                <a:cubicBezTo>
                  <a:pt x="15861" y="3549"/>
                  <a:pt x="12313" y="1"/>
                  <a:pt x="793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02250" lIns="102250" spcFirstLastPara="1" rIns="102250" wrap="square" tIns="102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645309" y="322599"/>
            <a:ext cx="191135" cy="191778"/>
          </a:xfrm>
          <a:custGeom>
            <a:rect b="b" l="l" r="r" t="t"/>
            <a:pathLst>
              <a:path extrusionOk="0" h="6859" w="6836">
                <a:moveTo>
                  <a:pt x="4049" y="0"/>
                </a:moveTo>
                <a:cubicBezTo>
                  <a:pt x="4069" y="1755"/>
                  <a:pt x="2651" y="3086"/>
                  <a:pt x="1028" y="3086"/>
                </a:cubicBezTo>
                <a:cubicBezTo>
                  <a:pt x="690" y="3086"/>
                  <a:pt x="344" y="3028"/>
                  <a:pt x="0" y="2906"/>
                </a:cubicBezTo>
                <a:lnTo>
                  <a:pt x="0" y="2906"/>
                </a:lnTo>
                <a:lnTo>
                  <a:pt x="4454" y="6859"/>
                </a:lnTo>
                <a:cubicBezTo>
                  <a:pt x="3525" y="4954"/>
                  <a:pt x="4739" y="2691"/>
                  <a:pt x="6835" y="2453"/>
                </a:cubicBezTo>
                <a:lnTo>
                  <a:pt x="404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02250" lIns="102250" spcFirstLastPara="1" rIns="102250" wrap="square" tIns="102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758494" y="252000"/>
            <a:ext cx="139856" cy="139213"/>
          </a:xfrm>
          <a:custGeom>
            <a:rect b="b" l="l" r="r" t="t"/>
            <a:pathLst>
              <a:path extrusionOk="0" h="4979" w="5002">
                <a:moveTo>
                  <a:pt x="2501" y="1"/>
                </a:moveTo>
                <a:cubicBezTo>
                  <a:pt x="1120" y="1"/>
                  <a:pt x="1" y="1120"/>
                  <a:pt x="1" y="2501"/>
                </a:cubicBezTo>
                <a:cubicBezTo>
                  <a:pt x="1" y="3883"/>
                  <a:pt x="1120" y="4978"/>
                  <a:pt x="2501" y="4978"/>
                </a:cubicBezTo>
                <a:cubicBezTo>
                  <a:pt x="3883" y="4978"/>
                  <a:pt x="5002" y="3883"/>
                  <a:pt x="5002" y="2501"/>
                </a:cubicBezTo>
                <a:cubicBezTo>
                  <a:pt x="5002" y="1120"/>
                  <a:pt x="3883" y="1"/>
                  <a:pt x="250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02250" lIns="102250" spcFirstLastPara="1" rIns="102250" wrap="square" tIns="102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" name="Google Shape;231;p25"/>
          <p:cNvGrpSpPr/>
          <p:nvPr/>
        </p:nvGrpSpPr>
        <p:grpSpPr>
          <a:xfrm>
            <a:off x="7831235" y="3858200"/>
            <a:ext cx="805832" cy="804991"/>
            <a:chOff x="3233975" y="1952850"/>
            <a:chExt cx="648975" cy="648350"/>
          </a:xfrm>
        </p:grpSpPr>
        <p:sp>
          <p:nvSpPr>
            <p:cNvPr id="232" name="Google Shape;232;p25"/>
            <p:cNvSpPr/>
            <p:nvPr/>
          </p:nvSpPr>
          <p:spPr>
            <a:xfrm>
              <a:off x="3233975" y="1952850"/>
              <a:ext cx="459050" cy="459025"/>
            </a:xfrm>
            <a:custGeom>
              <a:rect b="b" l="l" r="r" t="t"/>
              <a:pathLst>
                <a:path extrusionOk="0" h="18361" w="18362">
                  <a:moveTo>
                    <a:pt x="9169" y="0"/>
                  </a:moveTo>
                  <a:cubicBezTo>
                    <a:pt x="4097" y="0"/>
                    <a:pt x="0" y="4096"/>
                    <a:pt x="0" y="9169"/>
                  </a:cubicBezTo>
                  <a:cubicBezTo>
                    <a:pt x="0" y="14241"/>
                    <a:pt x="4097" y="18361"/>
                    <a:pt x="9169" y="18361"/>
                  </a:cubicBezTo>
                  <a:cubicBezTo>
                    <a:pt x="14242" y="18361"/>
                    <a:pt x="18361" y="14241"/>
                    <a:pt x="18361" y="9169"/>
                  </a:cubicBezTo>
                  <a:cubicBezTo>
                    <a:pt x="18361" y="4096"/>
                    <a:pt x="14242" y="0"/>
                    <a:pt x="9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13525" lIns="113525" spcFirstLastPara="1" rIns="113525" wrap="square" tIns="113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3693000" y="2411850"/>
              <a:ext cx="189950" cy="189350"/>
            </a:xfrm>
            <a:custGeom>
              <a:rect b="b" l="l" r="r" t="t"/>
              <a:pathLst>
                <a:path extrusionOk="0" h="7574" w="7598">
                  <a:moveTo>
                    <a:pt x="3787" y="1"/>
                  </a:moveTo>
                  <a:cubicBezTo>
                    <a:pt x="1691" y="1"/>
                    <a:pt x="0" y="1692"/>
                    <a:pt x="0" y="3787"/>
                  </a:cubicBezTo>
                  <a:cubicBezTo>
                    <a:pt x="0" y="5883"/>
                    <a:pt x="1691" y="7574"/>
                    <a:pt x="3787" y="7574"/>
                  </a:cubicBezTo>
                  <a:cubicBezTo>
                    <a:pt x="5883" y="7574"/>
                    <a:pt x="7597" y="5883"/>
                    <a:pt x="7597" y="3787"/>
                  </a:cubicBezTo>
                  <a:cubicBezTo>
                    <a:pt x="7597" y="1692"/>
                    <a:pt x="5883" y="1"/>
                    <a:pt x="37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13525" lIns="113525" spcFirstLastPara="1" rIns="113525" wrap="square" tIns="113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>
              <a:off x="3541175" y="2259450"/>
              <a:ext cx="246500" cy="246500"/>
            </a:xfrm>
            <a:custGeom>
              <a:rect b="b" l="l" r="r" t="t"/>
              <a:pathLst>
                <a:path extrusionOk="0" h="9860" w="9860">
                  <a:moveTo>
                    <a:pt x="5550" y="0"/>
                  </a:moveTo>
                  <a:lnTo>
                    <a:pt x="1" y="5549"/>
                  </a:lnTo>
                  <a:cubicBezTo>
                    <a:pt x="506" y="5370"/>
                    <a:pt x="1017" y="5286"/>
                    <a:pt x="1516" y="5286"/>
                  </a:cubicBezTo>
                  <a:cubicBezTo>
                    <a:pt x="3936" y="5286"/>
                    <a:pt x="6093" y="7254"/>
                    <a:pt x="6073" y="9860"/>
                  </a:cubicBezTo>
                  <a:lnTo>
                    <a:pt x="9860" y="6097"/>
                  </a:lnTo>
                  <a:lnTo>
                    <a:pt x="9860" y="6097"/>
                  </a:lnTo>
                  <a:cubicBezTo>
                    <a:pt x="9848" y="6097"/>
                    <a:pt x="9836" y="6097"/>
                    <a:pt x="9824" y="6097"/>
                  </a:cubicBezTo>
                  <a:cubicBezTo>
                    <a:pt x="6676" y="6097"/>
                    <a:pt x="4482" y="2966"/>
                    <a:pt x="55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13525" lIns="113525" spcFirstLastPara="1" rIns="113525" wrap="square" tIns="113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25"/>
          <p:cNvSpPr txBox="1"/>
          <p:nvPr>
            <p:ph idx="5" type="subTitle"/>
          </p:nvPr>
        </p:nvSpPr>
        <p:spPr>
          <a:xfrm>
            <a:off x="6174400" y="1198950"/>
            <a:ext cx="24072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6" type="body"/>
          </p:nvPr>
        </p:nvSpPr>
        <p:spPr>
          <a:xfrm>
            <a:off x="6174400" y="1871475"/>
            <a:ext cx="24072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>
  <p:cSld name="CUSTOM">
    <p:bg>
      <p:bgPr>
        <a:solidFill>
          <a:schemeClr val="accen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6"/>
          <p:cNvGrpSpPr/>
          <p:nvPr/>
        </p:nvGrpSpPr>
        <p:grpSpPr>
          <a:xfrm flipH="1">
            <a:off x="6820165" y="744314"/>
            <a:ext cx="3218171" cy="4434732"/>
            <a:chOff x="1878325" y="1237825"/>
            <a:chExt cx="1047275" cy="1443175"/>
          </a:xfrm>
        </p:grpSpPr>
        <p:sp>
          <p:nvSpPr>
            <p:cNvPr id="239" name="Google Shape;239;p26"/>
            <p:cNvSpPr/>
            <p:nvPr/>
          </p:nvSpPr>
          <p:spPr>
            <a:xfrm>
              <a:off x="1878325" y="1237825"/>
              <a:ext cx="612075" cy="612050"/>
            </a:xfrm>
            <a:custGeom>
              <a:rect b="b" l="l" r="r" t="t"/>
              <a:pathLst>
                <a:path extrusionOk="0" h="24482" w="24483">
                  <a:moveTo>
                    <a:pt x="12242" y="0"/>
                  </a:moveTo>
                  <a:cubicBezTo>
                    <a:pt x="5478" y="0"/>
                    <a:pt x="1" y="5477"/>
                    <a:pt x="1" y="12241"/>
                  </a:cubicBezTo>
                  <a:cubicBezTo>
                    <a:pt x="1" y="19004"/>
                    <a:pt x="5478" y="24481"/>
                    <a:pt x="12242" y="24481"/>
                  </a:cubicBezTo>
                  <a:cubicBezTo>
                    <a:pt x="19005" y="24481"/>
                    <a:pt x="24482" y="19004"/>
                    <a:pt x="24482" y="12241"/>
                  </a:cubicBezTo>
                  <a:cubicBezTo>
                    <a:pt x="24482" y="5477"/>
                    <a:pt x="19005" y="0"/>
                    <a:pt x="122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0950" lIns="280950" spcFirstLastPara="1" rIns="280950" wrap="square" tIns="28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2"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2332000" y="1562875"/>
              <a:ext cx="363200" cy="364975"/>
            </a:xfrm>
            <a:custGeom>
              <a:rect b="b" l="l" r="r" t="t"/>
              <a:pathLst>
                <a:path extrusionOk="0" h="14599" w="14528">
                  <a:moveTo>
                    <a:pt x="6311" y="1"/>
                  </a:moveTo>
                  <a:lnTo>
                    <a:pt x="1" y="9955"/>
                  </a:lnTo>
                  <a:cubicBezTo>
                    <a:pt x="996" y="9409"/>
                    <a:pt x="2051" y="9157"/>
                    <a:pt x="3083" y="9157"/>
                  </a:cubicBezTo>
                  <a:cubicBezTo>
                    <a:pt x="6101" y="9157"/>
                    <a:pt x="8916" y="11316"/>
                    <a:pt x="9431" y="14599"/>
                  </a:cubicBezTo>
                  <a:lnTo>
                    <a:pt x="14527" y="6573"/>
                  </a:lnTo>
                  <a:lnTo>
                    <a:pt x="14527" y="6573"/>
                  </a:lnTo>
                  <a:cubicBezTo>
                    <a:pt x="13911" y="6755"/>
                    <a:pt x="13296" y="6840"/>
                    <a:pt x="12695" y="6840"/>
                  </a:cubicBezTo>
                  <a:cubicBezTo>
                    <a:pt x="9121" y="6840"/>
                    <a:pt x="6067" y="3813"/>
                    <a:pt x="6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0950" lIns="280950" spcFirstLastPara="1" rIns="280950" wrap="square" tIns="28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2565375" y="1719450"/>
              <a:ext cx="360225" cy="360225"/>
            </a:xfrm>
            <a:custGeom>
              <a:rect b="b" l="l" r="r" t="t"/>
              <a:pathLst>
                <a:path extrusionOk="0" h="14409" w="14409">
                  <a:moveTo>
                    <a:pt x="7217" y="1"/>
                  </a:moveTo>
                  <a:cubicBezTo>
                    <a:pt x="3240" y="1"/>
                    <a:pt x="1" y="3240"/>
                    <a:pt x="1" y="7217"/>
                  </a:cubicBezTo>
                  <a:cubicBezTo>
                    <a:pt x="1" y="11194"/>
                    <a:pt x="3240" y="14409"/>
                    <a:pt x="7217" y="14409"/>
                  </a:cubicBezTo>
                  <a:cubicBezTo>
                    <a:pt x="11194" y="14409"/>
                    <a:pt x="14409" y="11194"/>
                    <a:pt x="14409" y="7217"/>
                  </a:cubicBezTo>
                  <a:cubicBezTo>
                    <a:pt x="14409" y="3240"/>
                    <a:pt x="11194" y="1"/>
                    <a:pt x="72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0950" lIns="280950" spcFirstLastPara="1" rIns="280950" wrap="square" tIns="28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2334975" y="1898075"/>
              <a:ext cx="378075" cy="364975"/>
            </a:xfrm>
            <a:custGeom>
              <a:rect b="b" l="l" r="r" t="t"/>
              <a:pathLst>
                <a:path extrusionOk="0" h="14599" w="15123">
                  <a:moveTo>
                    <a:pt x="9217" y="0"/>
                  </a:moveTo>
                  <a:cubicBezTo>
                    <a:pt x="9171" y="4693"/>
                    <a:pt x="5328" y="8436"/>
                    <a:pt x="707" y="8436"/>
                  </a:cubicBezTo>
                  <a:cubicBezTo>
                    <a:pt x="473" y="8436"/>
                    <a:pt x="238" y="8426"/>
                    <a:pt x="1" y="8407"/>
                  </a:cubicBezTo>
                  <a:lnTo>
                    <a:pt x="1" y="8407"/>
                  </a:lnTo>
                  <a:lnTo>
                    <a:pt x="5097" y="14598"/>
                  </a:lnTo>
                  <a:cubicBezTo>
                    <a:pt x="5586" y="10193"/>
                    <a:pt x="9327" y="7005"/>
                    <a:pt x="13584" y="7005"/>
                  </a:cubicBezTo>
                  <a:cubicBezTo>
                    <a:pt x="14091" y="7005"/>
                    <a:pt x="14606" y="7051"/>
                    <a:pt x="15123" y="7144"/>
                  </a:cubicBezTo>
                  <a:lnTo>
                    <a:pt x="92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0950" lIns="280950" spcFirstLastPara="1" rIns="280950" wrap="square" tIns="28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2184350" y="2107625"/>
              <a:ext cx="278650" cy="278650"/>
            </a:xfrm>
            <a:custGeom>
              <a:rect b="b" l="l" r="r" t="t"/>
              <a:pathLst>
                <a:path extrusionOk="0" h="11146" w="11146">
                  <a:moveTo>
                    <a:pt x="5573" y="1"/>
                  </a:moveTo>
                  <a:cubicBezTo>
                    <a:pt x="2501" y="1"/>
                    <a:pt x="1" y="2501"/>
                    <a:pt x="1" y="5573"/>
                  </a:cubicBezTo>
                  <a:cubicBezTo>
                    <a:pt x="1" y="8645"/>
                    <a:pt x="2501" y="11146"/>
                    <a:pt x="5573" y="11146"/>
                  </a:cubicBezTo>
                  <a:cubicBezTo>
                    <a:pt x="8645" y="11146"/>
                    <a:pt x="11146" y="8645"/>
                    <a:pt x="11146" y="5573"/>
                  </a:cubicBezTo>
                  <a:cubicBezTo>
                    <a:pt x="11146" y="2501"/>
                    <a:pt x="8645" y="1"/>
                    <a:pt x="5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0950" lIns="280950" spcFirstLastPara="1" rIns="280950" wrap="square" tIns="28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2317700" y="2277300"/>
              <a:ext cx="261400" cy="266750"/>
            </a:xfrm>
            <a:custGeom>
              <a:rect b="b" l="l" r="r" t="t"/>
              <a:pathLst>
                <a:path extrusionOk="0" h="10670" w="10456">
                  <a:moveTo>
                    <a:pt x="5693" y="1"/>
                  </a:moveTo>
                  <a:lnTo>
                    <a:pt x="1" y="4359"/>
                  </a:lnTo>
                  <a:cubicBezTo>
                    <a:pt x="3264" y="4502"/>
                    <a:pt x="5693" y="7455"/>
                    <a:pt x="5216" y="10670"/>
                  </a:cubicBezTo>
                  <a:lnTo>
                    <a:pt x="10456" y="6645"/>
                  </a:lnTo>
                  <a:cubicBezTo>
                    <a:pt x="7217" y="6288"/>
                    <a:pt x="4978" y="3192"/>
                    <a:pt x="56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0950" lIns="280950" spcFirstLastPara="1" rIns="280950" wrap="square" tIns="28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2446900" y="2442825"/>
              <a:ext cx="237575" cy="238175"/>
            </a:xfrm>
            <a:custGeom>
              <a:rect b="b" l="l" r="r" t="t"/>
              <a:pathLst>
                <a:path extrusionOk="0" h="9527" w="9503">
                  <a:moveTo>
                    <a:pt x="4764" y="0"/>
                  </a:moveTo>
                  <a:cubicBezTo>
                    <a:pt x="2120" y="0"/>
                    <a:pt x="1" y="2120"/>
                    <a:pt x="1" y="4763"/>
                  </a:cubicBezTo>
                  <a:cubicBezTo>
                    <a:pt x="1" y="7383"/>
                    <a:pt x="2120" y="9526"/>
                    <a:pt x="4764" y="9526"/>
                  </a:cubicBezTo>
                  <a:cubicBezTo>
                    <a:pt x="7383" y="9526"/>
                    <a:pt x="9503" y="7383"/>
                    <a:pt x="9503" y="4763"/>
                  </a:cubicBezTo>
                  <a:cubicBezTo>
                    <a:pt x="9503" y="2120"/>
                    <a:pt x="7383" y="0"/>
                    <a:pt x="47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280950" lIns="280950" spcFirstLastPara="1" rIns="280950" wrap="square" tIns="28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26"/>
          <p:cNvSpPr/>
          <p:nvPr/>
        </p:nvSpPr>
        <p:spPr>
          <a:xfrm>
            <a:off x="361700" y="1097175"/>
            <a:ext cx="2314800" cy="3729000"/>
          </a:xfrm>
          <a:prstGeom prst="roundRect">
            <a:avLst>
              <a:gd fmla="val 781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2804925" y="1097175"/>
            <a:ext cx="2314800" cy="3729000"/>
          </a:xfrm>
          <a:prstGeom prst="roundRect">
            <a:avLst>
              <a:gd fmla="val 781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5248150" y="1097175"/>
            <a:ext cx="2314800" cy="3729000"/>
          </a:xfrm>
          <a:prstGeom prst="roundRect">
            <a:avLst>
              <a:gd fmla="val 781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567350" y="1306613"/>
            <a:ext cx="190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body"/>
          </p:nvPr>
        </p:nvSpPr>
        <p:spPr>
          <a:xfrm>
            <a:off x="567350" y="1979138"/>
            <a:ext cx="19035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3010575" y="1306600"/>
            <a:ext cx="190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4" type="body"/>
          </p:nvPr>
        </p:nvSpPr>
        <p:spPr>
          <a:xfrm>
            <a:off x="3010575" y="1979125"/>
            <a:ext cx="19035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5" type="subTitle"/>
          </p:nvPr>
        </p:nvSpPr>
        <p:spPr>
          <a:xfrm>
            <a:off x="5447200" y="1306613"/>
            <a:ext cx="190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6" type="body"/>
          </p:nvPr>
        </p:nvSpPr>
        <p:spPr>
          <a:xfrm>
            <a:off x="5447200" y="1979138"/>
            <a:ext cx="19035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type="ctrTitle"/>
          </p:nvPr>
        </p:nvSpPr>
        <p:spPr>
          <a:xfrm>
            <a:off x="338400" y="261200"/>
            <a:ext cx="7224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CUSTOM_1">
    <p:bg>
      <p:bgPr>
        <a:solidFill>
          <a:schemeClr val="accen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/>
          <p:nvPr/>
        </p:nvSpPr>
        <p:spPr>
          <a:xfrm>
            <a:off x="2339050" y="0"/>
            <a:ext cx="6804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2342575" y="532275"/>
            <a:ext cx="176100" cy="10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2342575" y="1997350"/>
            <a:ext cx="176100" cy="10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2342575" y="3462425"/>
            <a:ext cx="176100" cy="10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7"/>
          <p:cNvSpPr txBox="1"/>
          <p:nvPr>
            <p:ph idx="1" type="subTitle"/>
          </p:nvPr>
        </p:nvSpPr>
        <p:spPr>
          <a:xfrm>
            <a:off x="2585675" y="360000"/>
            <a:ext cx="6231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27"/>
          <p:cNvSpPr txBox="1"/>
          <p:nvPr>
            <p:ph idx="2" type="body"/>
          </p:nvPr>
        </p:nvSpPr>
        <p:spPr>
          <a:xfrm>
            <a:off x="2585675" y="828000"/>
            <a:ext cx="62316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27"/>
          <p:cNvSpPr txBox="1"/>
          <p:nvPr>
            <p:ph idx="3" type="subTitle"/>
          </p:nvPr>
        </p:nvSpPr>
        <p:spPr>
          <a:xfrm>
            <a:off x="2585675" y="1840950"/>
            <a:ext cx="6231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27"/>
          <p:cNvSpPr txBox="1"/>
          <p:nvPr>
            <p:ph idx="4" type="body"/>
          </p:nvPr>
        </p:nvSpPr>
        <p:spPr>
          <a:xfrm>
            <a:off x="2585675" y="2308950"/>
            <a:ext cx="62316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5" type="subTitle"/>
          </p:nvPr>
        </p:nvSpPr>
        <p:spPr>
          <a:xfrm>
            <a:off x="2585675" y="3321900"/>
            <a:ext cx="6231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6" type="body"/>
          </p:nvPr>
        </p:nvSpPr>
        <p:spPr>
          <a:xfrm>
            <a:off x="2585675" y="3789900"/>
            <a:ext cx="62316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type="ctrTitle"/>
          </p:nvPr>
        </p:nvSpPr>
        <p:spPr>
          <a:xfrm>
            <a:off x="320400" y="360000"/>
            <a:ext cx="17820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68" name="Google Shape;268;p27"/>
          <p:cNvGrpSpPr/>
          <p:nvPr/>
        </p:nvGrpSpPr>
        <p:grpSpPr>
          <a:xfrm>
            <a:off x="-25386" y="2777945"/>
            <a:ext cx="2020008" cy="2017819"/>
            <a:chOff x="3233975" y="1952850"/>
            <a:chExt cx="553700" cy="553100"/>
          </a:xfrm>
        </p:grpSpPr>
        <p:sp>
          <p:nvSpPr>
            <p:cNvPr id="269" name="Google Shape;269;p27"/>
            <p:cNvSpPr/>
            <p:nvPr/>
          </p:nvSpPr>
          <p:spPr>
            <a:xfrm>
              <a:off x="3233975" y="1952850"/>
              <a:ext cx="459050" cy="459025"/>
            </a:xfrm>
            <a:custGeom>
              <a:rect b="b" l="l" r="r" t="t"/>
              <a:pathLst>
                <a:path extrusionOk="0" h="18361" w="18362">
                  <a:moveTo>
                    <a:pt x="9169" y="0"/>
                  </a:moveTo>
                  <a:cubicBezTo>
                    <a:pt x="4097" y="0"/>
                    <a:pt x="0" y="4096"/>
                    <a:pt x="0" y="9169"/>
                  </a:cubicBezTo>
                  <a:cubicBezTo>
                    <a:pt x="0" y="14241"/>
                    <a:pt x="4097" y="18361"/>
                    <a:pt x="9169" y="18361"/>
                  </a:cubicBezTo>
                  <a:cubicBezTo>
                    <a:pt x="14242" y="18361"/>
                    <a:pt x="18361" y="14241"/>
                    <a:pt x="18361" y="9169"/>
                  </a:cubicBezTo>
                  <a:cubicBezTo>
                    <a:pt x="18361" y="4096"/>
                    <a:pt x="14242" y="0"/>
                    <a:pt x="9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33500" lIns="333500" spcFirstLastPara="1" rIns="333500" wrap="square" tIns="33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107"/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3541175" y="2259450"/>
              <a:ext cx="246500" cy="246500"/>
            </a:xfrm>
            <a:custGeom>
              <a:rect b="b" l="l" r="r" t="t"/>
              <a:pathLst>
                <a:path extrusionOk="0" h="9860" w="9860">
                  <a:moveTo>
                    <a:pt x="5550" y="0"/>
                  </a:moveTo>
                  <a:lnTo>
                    <a:pt x="1" y="5549"/>
                  </a:lnTo>
                  <a:cubicBezTo>
                    <a:pt x="506" y="5370"/>
                    <a:pt x="1017" y="5286"/>
                    <a:pt x="1516" y="5286"/>
                  </a:cubicBezTo>
                  <a:cubicBezTo>
                    <a:pt x="3936" y="5286"/>
                    <a:pt x="6093" y="7254"/>
                    <a:pt x="6073" y="9860"/>
                  </a:cubicBezTo>
                  <a:lnTo>
                    <a:pt x="9860" y="6097"/>
                  </a:lnTo>
                  <a:lnTo>
                    <a:pt x="9860" y="6097"/>
                  </a:lnTo>
                  <a:cubicBezTo>
                    <a:pt x="9848" y="6097"/>
                    <a:pt x="9836" y="6097"/>
                    <a:pt x="9824" y="6097"/>
                  </a:cubicBezTo>
                  <a:cubicBezTo>
                    <a:pt x="6676" y="6097"/>
                    <a:pt x="4482" y="2966"/>
                    <a:pt x="5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33500" lIns="333500" spcFirstLastPara="1" rIns="333500" wrap="square" tIns="33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27"/>
          <p:cNvSpPr/>
          <p:nvPr/>
        </p:nvSpPr>
        <p:spPr>
          <a:xfrm>
            <a:off x="1649595" y="4452706"/>
            <a:ext cx="692976" cy="690787"/>
          </a:xfrm>
          <a:custGeom>
            <a:rect b="b" l="l" r="r" t="t"/>
            <a:pathLst>
              <a:path extrusionOk="0" h="7574" w="7598">
                <a:moveTo>
                  <a:pt x="3787" y="1"/>
                </a:moveTo>
                <a:cubicBezTo>
                  <a:pt x="1691" y="1"/>
                  <a:pt x="0" y="1692"/>
                  <a:pt x="0" y="3787"/>
                </a:cubicBezTo>
                <a:cubicBezTo>
                  <a:pt x="0" y="5883"/>
                  <a:pt x="1691" y="7574"/>
                  <a:pt x="3787" y="7574"/>
                </a:cubicBezTo>
                <a:cubicBezTo>
                  <a:pt x="5883" y="7574"/>
                  <a:pt x="7597" y="5883"/>
                  <a:pt x="7597" y="3787"/>
                </a:cubicBezTo>
                <a:cubicBezTo>
                  <a:pt x="7597" y="1692"/>
                  <a:pt x="5883" y="1"/>
                  <a:pt x="37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33500" lIns="333500" spcFirstLastPara="1" rIns="333500" wrap="square" tIns="33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72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CUSTOM_2">
    <p:bg>
      <p:bgPr>
        <a:solidFill>
          <a:schemeClr val="accen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1278075" y="0"/>
            <a:ext cx="2590200" cy="51447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3924754" y="0"/>
            <a:ext cx="2590200" cy="51447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6571433" y="-1175"/>
            <a:ext cx="2590200" cy="51447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1586962" y="358850"/>
            <a:ext cx="1859601" cy="1859601"/>
          </a:xfrm>
          <a:custGeom>
            <a:rect b="b" l="l" r="r" t="t"/>
            <a:pathLst>
              <a:path extrusionOk="0" h="29555" w="29555">
                <a:moveTo>
                  <a:pt x="14765" y="0"/>
                </a:moveTo>
                <a:cubicBezTo>
                  <a:pt x="6621" y="0"/>
                  <a:pt x="0" y="6621"/>
                  <a:pt x="0" y="14789"/>
                </a:cubicBezTo>
                <a:cubicBezTo>
                  <a:pt x="0" y="22934"/>
                  <a:pt x="6621" y="29554"/>
                  <a:pt x="14765" y="29554"/>
                </a:cubicBezTo>
                <a:cubicBezTo>
                  <a:pt x="22934" y="29554"/>
                  <a:pt x="29554" y="22934"/>
                  <a:pt x="29554" y="14789"/>
                </a:cubicBezTo>
                <a:cubicBezTo>
                  <a:pt x="29554" y="6621"/>
                  <a:pt x="22934" y="0"/>
                  <a:pt x="147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8"/>
          <p:cNvSpPr/>
          <p:nvPr/>
        </p:nvSpPr>
        <p:spPr>
          <a:xfrm>
            <a:off x="3320586" y="824833"/>
            <a:ext cx="1095374" cy="929077"/>
          </a:xfrm>
          <a:custGeom>
            <a:rect b="b" l="l" r="r" t="t"/>
            <a:pathLst>
              <a:path extrusionOk="0" h="14766" w="17409">
                <a:moveTo>
                  <a:pt x="1" y="1"/>
                </a:moveTo>
                <a:lnTo>
                  <a:pt x="1" y="14766"/>
                </a:lnTo>
                <a:cubicBezTo>
                  <a:pt x="1942" y="11420"/>
                  <a:pt x="5323" y="9747"/>
                  <a:pt x="8705" y="9747"/>
                </a:cubicBezTo>
                <a:cubicBezTo>
                  <a:pt x="12086" y="9747"/>
                  <a:pt x="15468" y="11420"/>
                  <a:pt x="17409" y="14766"/>
                </a:cubicBezTo>
                <a:lnTo>
                  <a:pt x="17409" y="1"/>
                </a:lnTo>
                <a:cubicBezTo>
                  <a:pt x="15468" y="3335"/>
                  <a:pt x="12086" y="5002"/>
                  <a:pt x="8705" y="5002"/>
                </a:cubicBezTo>
                <a:cubicBezTo>
                  <a:pt x="5323" y="5002"/>
                  <a:pt x="1942" y="3335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4290051" y="358850"/>
            <a:ext cx="1859601" cy="1859601"/>
          </a:xfrm>
          <a:custGeom>
            <a:rect b="b" l="l" r="r" t="t"/>
            <a:pathLst>
              <a:path extrusionOk="0" h="29555" w="29555">
                <a:moveTo>
                  <a:pt x="14766" y="0"/>
                </a:moveTo>
                <a:cubicBezTo>
                  <a:pt x="6621" y="0"/>
                  <a:pt x="1" y="6621"/>
                  <a:pt x="1" y="14789"/>
                </a:cubicBezTo>
                <a:cubicBezTo>
                  <a:pt x="1" y="22934"/>
                  <a:pt x="6621" y="29554"/>
                  <a:pt x="14766" y="29554"/>
                </a:cubicBezTo>
                <a:cubicBezTo>
                  <a:pt x="22934" y="29554"/>
                  <a:pt x="29554" y="22934"/>
                  <a:pt x="29554" y="14789"/>
                </a:cubicBezTo>
                <a:cubicBezTo>
                  <a:pt x="29554" y="6621"/>
                  <a:pt x="22934" y="0"/>
                  <a:pt x="147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6025184" y="824833"/>
            <a:ext cx="1093927" cy="929077"/>
          </a:xfrm>
          <a:custGeom>
            <a:rect b="b" l="l" r="r" t="t"/>
            <a:pathLst>
              <a:path extrusionOk="0" h="14766" w="17386">
                <a:moveTo>
                  <a:pt x="1" y="1"/>
                </a:moveTo>
                <a:lnTo>
                  <a:pt x="1" y="14766"/>
                </a:lnTo>
                <a:cubicBezTo>
                  <a:pt x="1930" y="11420"/>
                  <a:pt x="5311" y="9747"/>
                  <a:pt x="8693" y="9747"/>
                </a:cubicBezTo>
                <a:cubicBezTo>
                  <a:pt x="12075" y="9747"/>
                  <a:pt x="15456" y="11420"/>
                  <a:pt x="17385" y="14766"/>
                </a:cubicBezTo>
                <a:lnTo>
                  <a:pt x="17385" y="1"/>
                </a:lnTo>
                <a:cubicBezTo>
                  <a:pt x="15456" y="3335"/>
                  <a:pt x="12075" y="5002"/>
                  <a:pt x="8693" y="5002"/>
                </a:cubicBezTo>
                <a:cubicBezTo>
                  <a:pt x="5311" y="5002"/>
                  <a:pt x="1930" y="3335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6994649" y="358850"/>
            <a:ext cx="1858091" cy="1859601"/>
          </a:xfrm>
          <a:custGeom>
            <a:rect b="b" l="l" r="r" t="t"/>
            <a:pathLst>
              <a:path extrusionOk="0" h="29555" w="29531">
                <a:moveTo>
                  <a:pt x="14766" y="0"/>
                </a:moveTo>
                <a:cubicBezTo>
                  <a:pt x="6597" y="0"/>
                  <a:pt x="1" y="6621"/>
                  <a:pt x="1" y="14789"/>
                </a:cubicBezTo>
                <a:cubicBezTo>
                  <a:pt x="1" y="22934"/>
                  <a:pt x="6597" y="29554"/>
                  <a:pt x="14766" y="29554"/>
                </a:cubicBezTo>
                <a:cubicBezTo>
                  <a:pt x="22910" y="29554"/>
                  <a:pt x="29531" y="22934"/>
                  <a:pt x="29531" y="14789"/>
                </a:cubicBezTo>
                <a:cubicBezTo>
                  <a:pt x="29531" y="6621"/>
                  <a:pt x="22910" y="0"/>
                  <a:pt x="147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8"/>
          <p:cNvSpPr/>
          <p:nvPr>
            <p:ph idx="2" type="pic"/>
          </p:nvPr>
        </p:nvSpPr>
        <p:spPr>
          <a:xfrm>
            <a:off x="1644363" y="416975"/>
            <a:ext cx="1744800" cy="174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2" name="Google Shape;282;p28"/>
          <p:cNvSpPr/>
          <p:nvPr>
            <p:ph idx="3" type="pic"/>
          </p:nvPr>
        </p:nvSpPr>
        <p:spPr>
          <a:xfrm>
            <a:off x="4347438" y="416975"/>
            <a:ext cx="1744800" cy="174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3" name="Google Shape;283;p28"/>
          <p:cNvSpPr/>
          <p:nvPr>
            <p:ph idx="4" type="pic"/>
          </p:nvPr>
        </p:nvSpPr>
        <p:spPr>
          <a:xfrm>
            <a:off x="7050513" y="416975"/>
            <a:ext cx="1744800" cy="174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4" name="Google Shape;284;p28"/>
          <p:cNvSpPr txBox="1"/>
          <p:nvPr>
            <p:ph idx="1" type="subTitle"/>
          </p:nvPr>
        </p:nvSpPr>
        <p:spPr>
          <a:xfrm>
            <a:off x="1501425" y="2302850"/>
            <a:ext cx="214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5" name="Google Shape;285;p28"/>
          <p:cNvSpPr txBox="1"/>
          <p:nvPr>
            <p:ph idx="5" type="body"/>
          </p:nvPr>
        </p:nvSpPr>
        <p:spPr>
          <a:xfrm>
            <a:off x="1501425" y="2975375"/>
            <a:ext cx="2143500" cy="1859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6" name="Google Shape;286;p28"/>
          <p:cNvSpPr txBox="1"/>
          <p:nvPr>
            <p:ph idx="6" type="subTitle"/>
          </p:nvPr>
        </p:nvSpPr>
        <p:spPr>
          <a:xfrm>
            <a:off x="4148100" y="2302850"/>
            <a:ext cx="214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28"/>
          <p:cNvSpPr txBox="1"/>
          <p:nvPr>
            <p:ph idx="7" type="body"/>
          </p:nvPr>
        </p:nvSpPr>
        <p:spPr>
          <a:xfrm>
            <a:off x="4148100" y="2975375"/>
            <a:ext cx="2143500" cy="1859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28"/>
          <p:cNvSpPr txBox="1"/>
          <p:nvPr>
            <p:ph idx="8" type="subTitle"/>
          </p:nvPr>
        </p:nvSpPr>
        <p:spPr>
          <a:xfrm>
            <a:off x="6794775" y="2302850"/>
            <a:ext cx="214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9" type="body"/>
          </p:nvPr>
        </p:nvSpPr>
        <p:spPr>
          <a:xfrm>
            <a:off x="6794775" y="2975375"/>
            <a:ext cx="2143500" cy="1859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type="ctrTitle"/>
          </p:nvPr>
        </p:nvSpPr>
        <p:spPr>
          <a:xfrm rot="-5400000">
            <a:off x="-1679450" y="2254250"/>
            <a:ext cx="4524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CUSTOM_3">
    <p:bg>
      <p:bgPr>
        <a:solidFill>
          <a:schemeClr val="accen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type="ctrTitle"/>
          </p:nvPr>
        </p:nvSpPr>
        <p:spPr>
          <a:xfrm>
            <a:off x="345600" y="352800"/>
            <a:ext cx="8284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" type="subTitle"/>
          </p:nvPr>
        </p:nvSpPr>
        <p:spPr>
          <a:xfrm>
            <a:off x="345600" y="1915200"/>
            <a:ext cx="20196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2" type="body"/>
          </p:nvPr>
        </p:nvSpPr>
        <p:spPr>
          <a:xfrm>
            <a:off x="345600" y="2779700"/>
            <a:ext cx="20196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3" type="subTitle"/>
          </p:nvPr>
        </p:nvSpPr>
        <p:spPr>
          <a:xfrm>
            <a:off x="2487600" y="1920040"/>
            <a:ext cx="20196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4" type="body"/>
          </p:nvPr>
        </p:nvSpPr>
        <p:spPr>
          <a:xfrm>
            <a:off x="2487600" y="2782733"/>
            <a:ext cx="20196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5" type="subTitle"/>
          </p:nvPr>
        </p:nvSpPr>
        <p:spPr>
          <a:xfrm>
            <a:off x="4633200" y="1920040"/>
            <a:ext cx="20196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6" type="body"/>
          </p:nvPr>
        </p:nvSpPr>
        <p:spPr>
          <a:xfrm>
            <a:off x="4633200" y="2782733"/>
            <a:ext cx="20196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7" type="subTitle"/>
          </p:nvPr>
        </p:nvSpPr>
        <p:spPr>
          <a:xfrm>
            <a:off x="6775200" y="1924880"/>
            <a:ext cx="20196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29"/>
          <p:cNvSpPr txBox="1"/>
          <p:nvPr>
            <p:ph idx="8" type="body"/>
          </p:nvPr>
        </p:nvSpPr>
        <p:spPr>
          <a:xfrm>
            <a:off x="6775200" y="2785766"/>
            <a:ext cx="20196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01" name="Google Shape;301;p29"/>
          <p:cNvGrpSpPr/>
          <p:nvPr/>
        </p:nvGrpSpPr>
        <p:grpSpPr>
          <a:xfrm>
            <a:off x="487199" y="1315431"/>
            <a:ext cx="449475" cy="477852"/>
            <a:chOff x="792175" y="1377500"/>
            <a:chExt cx="378601" cy="402503"/>
          </a:xfrm>
        </p:grpSpPr>
        <p:sp>
          <p:nvSpPr>
            <p:cNvPr id="302" name="Google Shape;302;p29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2"/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29"/>
          <p:cNvGrpSpPr/>
          <p:nvPr/>
        </p:nvGrpSpPr>
        <p:grpSpPr>
          <a:xfrm>
            <a:off x="2603524" y="1315431"/>
            <a:ext cx="449475" cy="477852"/>
            <a:chOff x="792175" y="1377500"/>
            <a:chExt cx="378601" cy="402503"/>
          </a:xfrm>
        </p:grpSpPr>
        <p:sp>
          <p:nvSpPr>
            <p:cNvPr id="306" name="Google Shape;306;p29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2"/>
            </a:p>
          </p:txBody>
        </p:sp>
        <p:sp>
          <p:nvSpPr>
            <p:cNvPr id="307" name="Google Shape;307;p29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" name="Google Shape;309;p29"/>
          <p:cNvGrpSpPr/>
          <p:nvPr/>
        </p:nvGrpSpPr>
        <p:grpSpPr>
          <a:xfrm>
            <a:off x="4726249" y="1315431"/>
            <a:ext cx="449475" cy="477852"/>
            <a:chOff x="792175" y="1377500"/>
            <a:chExt cx="378601" cy="402503"/>
          </a:xfrm>
        </p:grpSpPr>
        <p:sp>
          <p:nvSpPr>
            <p:cNvPr id="310" name="Google Shape;310;p29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2"/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" name="Google Shape;313;p29"/>
          <p:cNvGrpSpPr/>
          <p:nvPr/>
        </p:nvGrpSpPr>
        <p:grpSpPr>
          <a:xfrm>
            <a:off x="6848974" y="1315431"/>
            <a:ext cx="449475" cy="477852"/>
            <a:chOff x="792175" y="1377500"/>
            <a:chExt cx="378601" cy="402503"/>
          </a:xfrm>
        </p:grpSpPr>
        <p:sp>
          <p:nvSpPr>
            <p:cNvPr id="314" name="Google Shape;314;p29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2"/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9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3750" lIns="83750" spcFirstLastPara="1" rIns="83750" wrap="square" tIns="8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CUSTOM_4">
    <p:bg>
      <p:bgPr>
        <a:solidFill>
          <a:schemeClr val="accen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ctrTitle"/>
          </p:nvPr>
        </p:nvSpPr>
        <p:spPr>
          <a:xfrm>
            <a:off x="345600" y="367200"/>
            <a:ext cx="8445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19" name="Google Shape;319;p30"/>
          <p:cNvCxnSpPr/>
          <p:nvPr/>
        </p:nvCxnSpPr>
        <p:spPr>
          <a:xfrm>
            <a:off x="2432675" y="2400575"/>
            <a:ext cx="0" cy="2218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0"/>
          <p:cNvCxnSpPr/>
          <p:nvPr/>
        </p:nvCxnSpPr>
        <p:spPr>
          <a:xfrm>
            <a:off x="4577275" y="2400575"/>
            <a:ext cx="0" cy="2218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0"/>
          <p:cNvCxnSpPr/>
          <p:nvPr/>
        </p:nvCxnSpPr>
        <p:spPr>
          <a:xfrm>
            <a:off x="6708450" y="2400575"/>
            <a:ext cx="0" cy="2218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30"/>
          <p:cNvSpPr txBox="1"/>
          <p:nvPr>
            <p:ph idx="1" type="subTitle"/>
          </p:nvPr>
        </p:nvSpPr>
        <p:spPr>
          <a:xfrm>
            <a:off x="345600" y="2400575"/>
            <a:ext cx="20196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30"/>
          <p:cNvSpPr txBox="1"/>
          <p:nvPr>
            <p:ph idx="2" type="body"/>
          </p:nvPr>
        </p:nvSpPr>
        <p:spPr>
          <a:xfrm>
            <a:off x="345600" y="3288375"/>
            <a:ext cx="2019600" cy="13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30"/>
          <p:cNvSpPr txBox="1"/>
          <p:nvPr>
            <p:ph idx="3" type="subTitle"/>
          </p:nvPr>
        </p:nvSpPr>
        <p:spPr>
          <a:xfrm>
            <a:off x="2487600" y="2400575"/>
            <a:ext cx="20196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30"/>
          <p:cNvSpPr txBox="1"/>
          <p:nvPr>
            <p:ph idx="4" type="body"/>
          </p:nvPr>
        </p:nvSpPr>
        <p:spPr>
          <a:xfrm>
            <a:off x="2487600" y="3288375"/>
            <a:ext cx="2019600" cy="13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30"/>
          <p:cNvSpPr txBox="1"/>
          <p:nvPr>
            <p:ph idx="5" type="subTitle"/>
          </p:nvPr>
        </p:nvSpPr>
        <p:spPr>
          <a:xfrm>
            <a:off x="4633200" y="2400575"/>
            <a:ext cx="20196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30"/>
          <p:cNvSpPr txBox="1"/>
          <p:nvPr>
            <p:ph idx="6" type="body"/>
          </p:nvPr>
        </p:nvSpPr>
        <p:spPr>
          <a:xfrm>
            <a:off x="4633200" y="3288375"/>
            <a:ext cx="2019600" cy="13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30"/>
          <p:cNvSpPr txBox="1"/>
          <p:nvPr>
            <p:ph idx="7" type="subTitle"/>
          </p:nvPr>
        </p:nvSpPr>
        <p:spPr>
          <a:xfrm>
            <a:off x="6771600" y="2400575"/>
            <a:ext cx="20196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30"/>
          <p:cNvSpPr txBox="1"/>
          <p:nvPr>
            <p:ph idx="8" type="body"/>
          </p:nvPr>
        </p:nvSpPr>
        <p:spPr>
          <a:xfrm>
            <a:off x="6771600" y="3288375"/>
            <a:ext cx="2019600" cy="13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30" name="Google Shape;330;p30"/>
          <p:cNvGrpSpPr/>
          <p:nvPr/>
        </p:nvGrpSpPr>
        <p:grpSpPr>
          <a:xfrm>
            <a:off x="969178" y="1253949"/>
            <a:ext cx="873015" cy="928132"/>
            <a:chOff x="792175" y="1377500"/>
            <a:chExt cx="378601" cy="402503"/>
          </a:xfrm>
        </p:grpSpPr>
        <p:sp>
          <p:nvSpPr>
            <p:cNvPr id="331" name="Google Shape;331;p30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28"/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" name="Google Shape;334;p30"/>
          <p:cNvSpPr txBox="1"/>
          <p:nvPr/>
        </p:nvSpPr>
        <p:spPr>
          <a:xfrm>
            <a:off x="969175" y="1481550"/>
            <a:ext cx="6975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useoModerno SemiBold"/>
                <a:ea typeface="MuseoModerno SemiBold"/>
                <a:cs typeface="MuseoModerno SemiBold"/>
                <a:sym typeface="MuseoModerno SemiBold"/>
              </a:rPr>
              <a:t>01</a:t>
            </a:r>
            <a:endParaRPr sz="1600">
              <a:solidFill>
                <a:schemeClr val="lt1"/>
              </a:solidFill>
              <a:latin typeface="MuseoModerno SemiBold"/>
              <a:ea typeface="MuseoModerno SemiBold"/>
              <a:cs typeface="MuseoModerno SemiBold"/>
              <a:sym typeface="MuseoModerno SemiBold"/>
            </a:endParaRPr>
          </a:p>
        </p:txBody>
      </p:sp>
      <p:grpSp>
        <p:nvGrpSpPr>
          <p:cNvPr id="335" name="Google Shape;335;p30"/>
          <p:cNvGrpSpPr/>
          <p:nvPr/>
        </p:nvGrpSpPr>
        <p:grpSpPr>
          <a:xfrm>
            <a:off x="3060890" y="1253924"/>
            <a:ext cx="873015" cy="928132"/>
            <a:chOff x="792175" y="1377500"/>
            <a:chExt cx="378601" cy="402503"/>
          </a:xfrm>
        </p:grpSpPr>
        <p:sp>
          <p:nvSpPr>
            <p:cNvPr id="336" name="Google Shape;336;p30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28"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30"/>
          <p:cNvSpPr txBox="1"/>
          <p:nvPr/>
        </p:nvSpPr>
        <p:spPr>
          <a:xfrm>
            <a:off x="3060888" y="1481525"/>
            <a:ext cx="6975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useoModerno SemiBold"/>
                <a:ea typeface="MuseoModerno SemiBold"/>
                <a:cs typeface="MuseoModerno SemiBold"/>
                <a:sym typeface="MuseoModerno SemiBold"/>
              </a:rPr>
              <a:t>02</a:t>
            </a:r>
            <a:endParaRPr sz="1600">
              <a:solidFill>
                <a:schemeClr val="lt1"/>
              </a:solidFill>
              <a:latin typeface="MuseoModerno SemiBold"/>
              <a:ea typeface="MuseoModerno SemiBold"/>
              <a:cs typeface="MuseoModerno SemiBold"/>
              <a:sym typeface="MuseoModerno SemiBold"/>
            </a:endParaRPr>
          </a:p>
        </p:txBody>
      </p:sp>
      <p:grpSp>
        <p:nvGrpSpPr>
          <p:cNvPr id="340" name="Google Shape;340;p30"/>
          <p:cNvGrpSpPr/>
          <p:nvPr/>
        </p:nvGrpSpPr>
        <p:grpSpPr>
          <a:xfrm>
            <a:off x="5206490" y="1253924"/>
            <a:ext cx="873015" cy="928132"/>
            <a:chOff x="792175" y="1377500"/>
            <a:chExt cx="378601" cy="402503"/>
          </a:xfrm>
        </p:grpSpPr>
        <p:sp>
          <p:nvSpPr>
            <p:cNvPr id="341" name="Google Shape;341;p30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28"/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30"/>
          <p:cNvSpPr txBox="1"/>
          <p:nvPr/>
        </p:nvSpPr>
        <p:spPr>
          <a:xfrm>
            <a:off x="5206488" y="1481525"/>
            <a:ext cx="6975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useoModerno SemiBold"/>
                <a:ea typeface="MuseoModerno SemiBold"/>
                <a:cs typeface="MuseoModerno SemiBold"/>
                <a:sym typeface="MuseoModerno SemiBold"/>
              </a:rPr>
              <a:t>03</a:t>
            </a:r>
            <a:endParaRPr sz="1600">
              <a:solidFill>
                <a:schemeClr val="lt1"/>
              </a:solidFill>
              <a:latin typeface="MuseoModerno SemiBold"/>
              <a:ea typeface="MuseoModerno SemiBold"/>
              <a:cs typeface="MuseoModerno SemiBold"/>
              <a:sym typeface="MuseoModerno SemiBold"/>
            </a:endParaRPr>
          </a:p>
        </p:txBody>
      </p:sp>
      <p:grpSp>
        <p:nvGrpSpPr>
          <p:cNvPr id="345" name="Google Shape;345;p30"/>
          <p:cNvGrpSpPr/>
          <p:nvPr/>
        </p:nvGrpSpPr>
        <p:grpSpPr>
          <a:xfrm>
            <a:off x="7402215" y="1253924"/>
            <a:ext cx="873015" cy="928132"/>
            <a:chOff x="792175" y="1377500"/>
            <a:chExt cx="378601" cy="402503"/>
          </a:xfrm>
        </p:grpSpPr>
        <p:sp>
          <p:nvSpPr>
            <p:cNvPr id="346" name="Google Shape;346;p30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28"/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2675" lIns="162675" spcFirstLastPara="1" rIns="162675" wrap="square" tIns="16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30"/>
          <p:cNvSpPr txBox="1"/>
          <p:nvPr/>
        </p:nvSpPr>
        <p:spPr>
          <a:xfrm>
            <a:off x="7402213" y="1481525"/>
            <a:ext cx="6975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useoModerno SemiBold"/>
                <a:ea typeface="MuseoModerno SemiBold"/>
                <a:cs typeface="MuseoModerno SemiBold"/>
                <a:sym typeface="MuseoModerno SemiBold"/>
              </a:rPr>
              <a:t>04</a:t>
            </a:r>
            <a:endParaRPr sz="1600">
              <a:solidFill>
                <a:schemeClr val="lt1"/>
              </a:solidFill>
              <a:latin typeface="MuseoModerno SemiBold"/>
              <a:ea typeface="MuseoModerno SemiBold"/>
              <a:cs typeface="MuseoModerno SemiBold"/>
              <a:sym typeface="MuseoModerno SemiBol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CUSTOM_5">
    <p:bg>
      <p:bgPr>
        <a:solidFill>
          <a:schemeClr val="accen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"/>
          <p:cNvSpPr/>
          <p:nvPr/>
        </p:nvSpPr>
        <p:spPr>
          <a:xfrm>
            <a:off x="357975" y="1228675"/>
            <a:ext cx="8427000" cy="3163500"/>
          </a:xfrm>
          <a:prstGeom prst="roundRect">
            <a:avLst>
              <a:gd fmla="val 523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1"/>
          <p:cNvSpPr txBox="1"/>
          <p:nvPr>
            <p:ph idx="1" type="subTitle"/>
          </p:nvPr>
        </p:nvSpPr>
        <p:spPr>
          <a:xfrm>
            <a:off x="3697200" y="1635025"/>
            <a:ext cx="1753200" cy="66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3" name="Google Shape;353;p31"/>
          <p:cNvSpPr txBox="1"/>
          <p:nvPr>
            <p:ph idx="2" type="body"/>
          </p:nvPr>
        </p:nvSpPr>
        <p:spPr>
          <a:xfrm>
            <a:off x="3697200" y="2488575"/>
            <a:ext cx="1753200" cy="149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4" name="Google Shape;354;p31"/>
          <p:cNvSpPr txBox="1"/>
          <p:nvPr>
            <p:ph idx="3" type="subTitle"/>
          </p:nvPr>
        </p:nvSpPr>
        <p:spPr>
          <a:xfrm>
            <a:off x="5828400" y="1635025"/>
            <a:ext cx="1753200" cy="66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31"/>
          <p:cNvSpPr txBox="1"/>
          <p:nvPr>
            <p:ph idx="4" type="body"/>
          </p:nvPr>
        </p:nvSpPr>
        <p:spPr>
          <a:xfrm>
            <a:off x="5828400" y="2488575"/>
            <a:ext cx="1753200" cy="149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31"/>
          <p:cNvSpPr txBox="1"/>
          <p:nvPr>
            <p:ph type="ctrTitle"/>
          </p:nvPr>
        </p:nvSpPr>
        <p:spPr>
          <a:xfrm>
            <a:off x="345600" y="367200"/>
            <a:ext cx="8445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7" name="Google Shape;357;p31"/>
          <p:cNvSpPr txBox="1"/>
          <p:nvPr>
            <p:ph idx="5" type="subTitle"/>
          </p:nvPr>
        </p:nvSpPr>
        <p:spPr>
          <a:xfrm>
            <a:off x="1562400" y="1635025"/>
            <a:ext cx="1753200" cy="66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8" name="Google Shape;358;p31"/>
          <p:cNvSpPr txBox="1"/>
          <p:nvPr>
            <p:ph idx="6" type="body"/>
          </p:nvPr>
        </p:nvSpPr>
        <p:spPr>
          <a:xfrm>
            <a:off x="1562400" y="2488575"/>
            <a:ext cx="1753200" cy="149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1"/>
          <p:cNvSpPr/>
          <p:nvPr/>
        </p:nvSpPr>
        <p:spPr>
          <a:xfrm rot="10800000">
            <a:off x="3500700" y="1635150"/>
            <a:ext cx="11400" cy="23715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1"/>
          <p:cNvSpPr/>
          <p:nvPr/>
        </p:nvSpPr>
        <p:spPr>
          <a:xfrm rot="10800000">
            <a:off x="5611050" y="1635150"/>
            <a:ext cx="11400" cy="23715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1" name="Google Shape;361;p31"/>
          <p:cNvGrpSpPr/>
          <p:nvPr/>
        </p:nvGrpSpPr>
        <p:grpSpPr>
          <a:xfrm>
            <a:off x="318213" y="3570509"/>
            <a:ext cx="803769" cy="854515"/>
            <a:chOff x="792175" y="1377500"/>
            <a:chExt cx="378601" cy="402503"/>
          </a:xfrm>
        </p:grpSpPr>
        <p:sp>
          <p:nvSpPr>
            <p:cNvPr id="362" name="Google Shape;362;p31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9775" lIns="149775" spcFirstLastPara="1" rIns="149775" wrap="square" tIns="149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72"/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9775" lIns="149775" spcFirstLastPara="1" rIns="149775" wrap="square" tIns="149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9775" lIns="149775" spcFirstLastPara="1" rIns="149775" wrap="square" tIns="149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CUSTOM_6">
    <p:bg>
      <p:bgPr>
        <a:solidFill>
          <a:schemeClr val="accent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/>
          <p:nvPr/>
        </p:nvSpPr>
        <p:spPr>
          <a:xfrm>
            <a:off x="1066575" y="1318916"/>
            <a:ext cx="1176815" cy="1176852"/>
          </a:xfrm>
          <a:custGeom>
            <a:rect b="b" l="l" r="r" t="t"/>
            <a:pathLst>
              <a:path extrusionOk="0" h="31389" w="31388">
                <a:moveTo>
                  <a:pt x="15694" y="1"/>
                </a:moveTo>
                <a:cubicBezTo>
                  <a:pt x="7026" y="1"/>
                  <a:pt x="0" y="7026"/>
                  <a:pt x="0" y="15694"/>
                </a:cubicBezTo>
                <a:cubicBezTo>
                  <a:pt x="0" y="24363"/>
                  <a:pt x="7026" y="31388"/>
                  <a:pt x="15694" y="31388"/>
                </a:cubicBezTo>
                <a:cubicBezTo>
                  <a:pt x="24363" y="31388"/>
                  <a:pt x="31388" y="24363"/>
                  <a:pt x="31388" y="15694"/>
                </a:cubicBezTo>
                <a:cubicBezTo>
                  <a:pt x="31388" y="7026"/>
                  <a:pt x="24363" y="1"/>
                  <a:pt x="1569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2"/>
          <p:cNvSpPr/>
          <p:nvPr/>
        </p:nvSpPr>
        <p:spPr>
          <a:xfrm>
            <a:off x="1989776" y="2184076"/>
            <a:ext cx="318799" cy="316999"/>
          </a:xfrm>
          <a:custGeom>
            <a:rect b="b" l="l" r="r" t="t"/>
            <a:pathLst>
              <a:path extrusionOk="0" h="8455" w="8503">
                <a:moveTo>
                  <a:pt x="4930" y="1"/>
                </a:moveTo>
                <a:lnTo>
                  <a:pt x="4930" y="1"/>
                </a:lnTo>
                <a:cubicBezTo>
                  <a:pt x="4920" y="20"/>
                  <a:pt x="4910" y="39"/>
                  <a:pt x="4901" y="58"/>
                </a:cubicBezTo>
                <a:lnTo>
                  <a:pt x="4901" y="58"/>
                </a:lnTo>
                <a:lnTo>
                  <a:pt x="4930" y="25"/>
                </a:lnTo>
                <a:lnTo>
                  <a:pt x="4930" y="1"/>
                </a:lnTo>
                <a:close/>
                <a:moveTo>
                  <a:pt x="4901" y="58"/>
                </a:moveTo>
                <a:lnTo>
                  <a:pt x="1" y="5550"/>
                </a:lnTo>
                <a:cubicBezTo>
                  <a:pt x="673" y="5082"/>
                  <a:pt x="1413" y="4869"/>
                  <a:pt x="2135" y="4869"/>
                </a:cubicBezTo>
                <a:cubicBezTo>
                  <a:pt x="4020" y="4869"/>
                  <a:pt x="5779" y="6319"/>
                  <a:pt x="5883" y="8455"/>
                </a:cubicBezTo>
                <a:lnTo>
                  <a:pt x="8502" y="5526"/>
                </a:lnTo>
                <a:lnTo>
                  <a:pt x="8502" y="5526"/>
                </a:lnTo>
                <a:cubicBezTo>
                  <a:pt x="8406" y="5533"/>
                  <a:pt x="8310" y="5536"/>
                  <a:pt x="8215" y="5536"/>
                </a:cubicBezTo>
                <a:cubicBezTo>
                  <a:pt x="5443" y="5536"/>
                  <a:pt x="3621" y="2579"/>
                  <a:pt x="4901" y="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2"/>
          <p:cNvSpPr/>
          <p:nvPr/>
        </p:nvSpPr>
        <p:spPr>
          <a:xfrm>
            <a:off x="2210304" y="2391218"/>
            <a:ext cx="209883" cy="209883"/>
          </a:xfrm>
          <a:custGeom>
            <a:rect b="b" l="l" r="r" t="t"/>
            <a:pathLst>
              <a:path extrusionOk="0" h="5598" w="5598">
                <a:moveTo>
                  <a:pt x="2811" y="1"/>
                </a:moveTo>
                <a:cubicBezTo>
                  <a:pt x="1263" y="1"/>
                  <a:pt x="1" y="1263"/>
                  <a:pt x="1" y="2787"/>
                </a:cubicBezTo>
                <a:cubicBezTo>
                  <a:pt x="1" y="4335"/>
                  <a:pt x="1263" y="5597"/>
                  <a:pt x="2811" y="5597"/>
                </a:cubicBezTo>
                <a:cubicBezTo>
                  <a:pt x="4359" y="5597"/>
                  <a:pt x="5597" y="4335"/>
                  <a:pt x="5597" y="2787"/>
                </a:cubicBezTo>
                <a:cubicBezTo>
                  <a:pt x="5597" y="1263"/>
                  <a:pt x="4359" y="1"/>
                  <a:pt x="28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2"/>
          <p:cNvSpPr/>
          <p:nvPr/>
        </p:nvSpPr>
        <p:spPr>
          <a:xfrm rot="10800000">
            <a:off x="6849159" y="1318923"/>
            <a:ext cx="1176815" cy="1176852"/>
          </a:xfrm>
          <a:custGeom>
            <a:rect b="b" l="l" r="r" t="t"/>
            <a:pathLst>
              <a:path extrusionOk="0" h="31389" w="31388">
                <a:moveTo>
                  <a:pt x="15694" y="1"/>
                </a:moveTo>
                <a:cubicBezTo>
                  <a:pt x="7026" y="1"/>
                  <a:pt x="1" y="7026"/>
                  <a:pt x="1" y="15694"/>
                </a:cubicBezTo>
                <a:cubicBezTo>
                  <a:pt x="1" y="24363"/>
                  <a:pt x="7026" y="31388"/>
                  <a:pt x="15694" y="31388"/>
                </a:cubicBezTo>
                <a:cubicBezTo>
                  <a:pt x="24363" y="31388"/>
                  <a:pt x="31388" y="24363"/>
                  <a:pt x="31388" y="15694"/>
                </a:cubicBezTo>
                <a:cubicBezTo>
                  <a:pt x="31388" y="7026"/>
                  <a:pt x="24363" y="1"/>
                  <a:pt x="1569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2"/>
          <p:cNvSpPr/>
          <p:nvPr/>
        </p:nvSpPr>
        <p:spPr>
          <a:xfrm rot="10800000">
            <a:off x="6772353" y="1426092"/>
            <a:ext cx="252737" cy="264322"/>
          </a:xfrm>
          <a:custGeom>
            <a:rect b="b" l="l" r="r" t="t"/>
            <a:pathLst>
              <a:path extrusionOk="0" h="7050" w="6741">
                <a:moveTo>
                  <a:pt x="3597" y="0"/>
                </a:moveTo>
                <a:lnTo>
                  <a:pt x="1" y="5430"/>
                </a:lnTo>
                <a:cubicBezTo>
                  <a:pt x="507" y="4932"/>
                  <a:pt x="1128" y="4707"/>
                  <a:pt x="1737" y="4707"/>
                </a:cubicBezTo>
                <a:cubicBezTo>
                  <a:pt x="2962" y="4707"/>
                  <a:pt x="4136" y="5618"/>
                  <a:pt x="4216" y="7049"/>
                </a:cubicBezTo>
                <a:lnTo>
                  <a:pt x="6740" y="3239"/>
                </a:lnTo>
                <a:lnTo>
                  <a:pt x="6740" y="3239"/>
                </a:lnTo>
                <a:cubicBezTo>
                  <a:pt x="6454" y="3341"/>
                  <a:pt x="6170" y="3388"/>
                  <a:pt x="5894" y="3388"/>
                </a:cubicBezTo>
                <a:cubicBezTo>
                  <a:pt x="4244" y="3388"/>
                  <a:pt x="2923" y="1694"/>
                  <a:pt x="359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2"/>
          <p:cNvSpPr/>
          <p:nvPr/>
        </p:nvSpPr>
        <p:spPr>
          <a:xfrm rot="10800000">
            <a:off x="6583993" y="1293071"/>
            <a:ext cx="283068" cy="283968"/>
          </a:xfrm>
          <a:custGeom>
            <a:rect b="b" l="l" r="r" t="t"/>
            <a:pathLst>
              <a:path extrusionOk="0" h="7574" w="7550">
                <a:moveTo>
                  <a:pt x="3787" y="1"/>
                </a:moveTo>
                <a:cubicBezTo>
                  <a:pt x="1692" y="1"/>
                  <a:pt x="1" y="1692"/>
                  <a:pt x="1" y="3787"/>
                </a:cubicBezTo>
                <a:cubicBezTo>
                  <a:pt x="1" y="5859"/>
                  <a:pt x="1692" y="7574"/>
                  <a:pt x="3787" y="7574"/>
                </a:cubicBezTo>
                <a:cubicBezTo>
                  <a:pt x="5859" y="7574"/>
                  <a:pt x="7550" y="5859"/>
                  <a:pt x="7550" y="3787"/>
                </a:cubicBezTo>
                <a:cubicBezTo>
                  <a:pt x="7550" y="1692"/>
                  <a:pt x="5859" y="1"/>
                  <a:pt x="378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"/>
          <p:cNvSpPr/>
          <p:nvPr/>
        </p:nvSpPr>
        <p:spPr>
          <a:xfrm rot="10800000">
            <a:off x="6767893" y="1227876"/>
            <a:ext cx="133998" cy="136660"/>
          </a:xfrm>
          <a:custGeom>
            <a:rect b="b" l="l" r="r" t="t"/>
            <a:pathLst>
              <a:path extrusionOk="0" h="3645" w="3574">
                <a:moveTo>
                  <a:pt x="1430" y="1"/>
                </a:moveTo>
                <a:lnTo>
                  <a:pt x="1430" y="1"/>
                </a:lnTo>
                <a:cubicBezTo>
                  <a:pt x="2073" y="1096"/>
                  <a:pt x="1287" y="2477"/>
                  <a:pt x="1" y="2477"/>
                </a:cubicBezTo>
                <a:lnTo>
                  <a:pt x="1454" y="3644"/>
                </a:lnTo>
                <a:cubicBezTo>
                  <a:pt x="1228" y="2579"/>
                  <a:pt x="2060" y="1637"/>
                  <a:pt x="3070" y="1637"/>
                </a:cubicBezTo>
                <a:cubicBezTo>
                  <a:pt x="3234" y="1637"/>
                  <a:pt x="3403" y="1662"/>
                  <a:pt x="3573" y="1715"/>
                </a:cubicBezTo>
                <a:lnTo>
                  <a:pt x="143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 rot="10800000">
            <a:off x="6845576" y="1161816"/>
            <a:ext cx="110753" cy="109853"/>
          </a:xfrm>
          <a:custGeom>
            <a:rect b="b" l="l" r="r" t="t"/>
            <a:pathLst>
              <a:path extrusionOk="0" h="2930" w="2954">
                <a:moveTo>
                  <a:pt x="1477" y="0"/>
                </a:moveTo>
                <a:cubicBezTo>
                  <a:pt x="667" y="0"/>
                  <a:pt x="0" y="643"/>
                  <a:pt x="0" y="1477"/>
                </a:cubicBezTo>
                <a:cubicBezTo>
                  <a:pt x="0" y="2286"/>
                  <a:pt x="667" y="2929"/>
                  <a:pt x="1477" y="2929"/>
                </a:cubicBezTo>
                <a:cubicBezTo>
                  <a:pt x="2286" y="2929"/>
                  <a:pt x="2953" y="2286"/>
                  <a:pt x="2953" y="1477"/>
                </a:cubicBezTo>
                <a:cubicBezTo>
                  <a:pt x="2953" y="643"/>
                  <a:pt x="2286" y="0"/>
                  <a:pt x="147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2"/>
          <p:cNvSpPr/>
          <p:nvPr/>
        </p:nvSpPr>
        <p:spPr>
          <a:xfrm>
            <a:off x="3957413" y="1292716"/>
            <a:ext cx="1176852" cy="1176852"/>
          </a:xfrm>
          <a:custGeom>
            <a:rect b="b" l="l" r="r" t="t"/>
            <a:pathLst>
              <a:path extrusionOk="0" h="31389" w="31389">
                <a:moveTo>
                  <a:pt x="15695" y="1"/>
                </a:moveTo>
                <a:cubicBezTo>
                  <a:pt x="7026" y="1"/>
                  <a:pt x="1" y="7026"/>
                  <a:pt x="1" y="15694"/>
                </a:cubicBezTo>
                <a:cubicBezTo>
                  <a:pt x="1" y="24363"/>
                  <a:pt x="7026" y="31388"/>
                  <a:pt x="15695" y="31388"/>
                </a:cubicBezTo>
                <a:cubicBezTo>
                  <a:pt x="24363" y="31388"/>
                  <a:pt x="31388" y="24363"/>
                  <a:pt x="31388" y="15694"/>
                </a:cubicBezTo>
                <a:cubicBezTo>
                  <a:pt x="31388" y="7026"/>
                  <a:pt x="24363" y="1"/>
                  <a:pt x="1569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4816353" y="1251662"/>
            <a:ext cx="316099" cy="316999"/>
          </a:xfrm>
          <a:custGeom>
            <a:rect b="b" l="l" r="r" t="t"/>
            <a:pathLst>
              <a:path extrusionOk="0" h="8455" w="8431">
                <a:moveTo>
                  <a:pt x="5978" y="0"/>
                </a:moveTo>
                <a:cubicBezTo>
                  <a:pt x="5568" y="2015"/>
                  <a:pt x="3796" y="3322"/>
                  <a:pt x="1902" y="3322"/>
                </a:cubicBezTo>
                <a:cubicBezTo>
                  <a:pt x="1266" y="3322"/>
                  <a:pt x="617" y="3175"/>
                  <a:pt x="0" y="2858"/>
                </a:cubicBezTo>
                <a:lnTo>
                  <a:pt x="0" y="2858"/>
                </a:lnTo>
                <a:lnTo>
                  <a:pt x="6073" y="8454"/>
                </a:lnTo>
                <a:cubicBezTo>
                  <a:pt x="4620" y="6097"/>
                  <a:pt x="5787" y="3025"/>
                  <a:pt x="8431" y="2239"/>
                </a:cubicBezTo>
                <a:lnTo>
                  <a:pt x="597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5039543" y="1192725"/>
            <a:ext cx="145583" cy="146483"/>
          </a:xfrm>
          <a:custGeom>
            <a:rect b="b" l="l" r="r" t="t"/>
            <a:pathLst>
              <a:path extrusionOk="0" h="3907" w="3883">
                <a:moveTo>
                  <a:pt x="1930" y="1"/>
                </a:moveTo>
                <a:cubicBezTo>
                  <a:pt x="858" y="1"/>
                  <a:pt x="1" y="882"/>
                  <a:pt x="1" y="1953"/>
                </a:cubicBezTo>
                <a:cubicBezTo>
                  <a:pt x="1" y="3025"/>
                  <a:pt x="858" y="3906"/>
                  <a:pt x="1930" y="3906"/>
                </a:cubicBezTo>
                <a:cubicBezTo>
                  <a:pt x="3025" y="3906"/>
                  <a:pt x="3883" y="3025"/>
                  <a:pt x="3883" y="1953"/>
                </a:cubicBezTo>
                <a:cubicBezTo>
                  <a:pt x="3883" y="882"/>
                  <a:pt x="3025" y="1"/>
                  <a:pt x="193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37100" lIns="137100" spcFirstLastPara="1" rIns="137100" wrap="square" tIns="13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1306238" y="1530900"/>
            <a:ext cx="6975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MuseoModerno SemiBold"/>
                <a:ea typeface="MuseoModerno SemiBold"/>
                <a:cs typeface="MuseoModerno SemiBold"/>
                <a:sym typeface="MuseoModerno SemiBold"/>
              </a:rPr>
              <a:t>01</a:t>
            </a:r>
            <a:endParaRPr sz="2200">
              <a:solidFill>
                <a:schemeClr val="lt1"/>
              </a:solidFill>
              <a:latin typeface="MuseoModerno SemiBold"/>
              <a:ea typeface="MuseoModerno SemiBold"/>
              <a:cs typeface="MuseoModerno SemiBold"/>
              <a:sym typeface="MuseoModerno SemiBold"/>
            </a:endParaRPr>
          </a:p>
        </p:txBody>
      </p:sp>
      <p:sp>
        <p:nvSpPr>
          <p:cNvPr id="378" name="Google Shape;378;p32"/>
          <p:cNvSpPr txBox="1"/>
          <p:nvPr/>
        </p:nvSpPr>
        <p:spPr>
          <a:xfrm>
            <a:off x="4191700" y="1530900"/>
            <a:ext cx="6975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MuseoModerno SemiBold"/>
                <a:ea typeface="MuseoModerno SemiBold"/>
                <a:cs typeface="MuseoModerno SemiBold"/>
                <a:sym typeface="MuseoModerno SemiBold"/>
              </a:rPr>
              <a:t>02</a:t>
            </a:r>
            <a:endParaRPr sz="2200">
              <a:solidFill>
                <a:schemeClr val="lt1"/>
              </a:solidFill>
              <a:latin typeface="MuseoModerno SemiBold"/>
              <a:ea typeface="MuseoModerno SemiBold"/>
              <a:cs typeface="MuseoModerno SemiBold"/>
              <a:sym typeface="MuseoModerno SemiBold"/>
            </a:endParaRPr>
          </a:p>
        </p:txBody>
      </p:sp>
      <p:sp>
        <p:nvSpPr>
          <p:cNvPr id="379" name="Google Shape;379;p32"/>
          <p:cNvSpPr txBox="1"/>
          <p:nvPr/>
        </p:nvSpPr>
        <p:spPr>
          <a:xfrm>
            <a:off x="7087938" y="1530900"/>
            <a:ext cx="6975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MuseoModerno SemiBold"/>
                <a:ea typeface="MuseoModerno SemiBold"/>
                <a:cs typeface="MuseoModerno SemiBold"/>
                <a:sym typeface="MuseoModerno SemiBold"/>
              </a:rPr>
              <a:t>03</a:t>
            </a:r>
            <a:endParaRPr sz="2200">
              <a:solidFill>
                <a:schemeClr val="lt1"/>
              </a:solidFill>
              <a:latin typeface="MuseoModerno SemiBold"/>
              <a:ea typeface="MuseoModerno SemiBold"/>
              <a:cs typeface="MuseoModerno SemiBold"/>
              <a:sym typeface="MuseoModerno SemiBold"/>
            </a:endParaRPr>
          </a:p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622475" y="2734075"/>
            <a:ext cx="22998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32"/>
          <p:cNvSpPr txBox="1"/>
          <p:nvPr>
            <p:ph idx="2" type="body"/>
          </p:nvPr>
        </p:nvSpPr>
        <p:spPr>
          <a:xfrm>
            <a:off x="622475" y="3383450"/>
            <a:ext cx="2299800" cy="117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32"/>
          <p:cNvSpPr txBox="1"/>
          <p:nvPr>
            <p:ph idx="3" type="subTitle"/>
          </p:nvPr>
        </p:nvSpPr>
        <p:spPr>
          <a:xfrm>
            <a:off x="3390550" y="2734075"/>
            <a:ext cx="22998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3" name="Google Shape;383;p32"/>
          <p:cNvSpPr txBox="1"/>
          <p:nvPr>
            <p:ph idx="4" type="body"/>
          </p:nvPr>
        </p:nvSpPr>
        <p:spPr>
          <a:xfrm>
            <a:off x="3390550" y="3383450"/>
            <a:ext cx="2299800" cy="117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4" name="Google Shape;384;p32"/>
          <p:cNvSpPr txBox="1"/>
          <p:nvPr>
            <p:ph idx="5" type="subTitle"/>
          </p:nvPr>
        </p:nvSpPr>
        <p:spPr>
          <a:xfrm>
            <a:off x="6286800" y="2734075"/>
            <a:ext cx="2299800" cy="6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32"/>
          <p:cNvSpPr txBox="1"/>
          <p:nvPr>
            <p:ph idx="6" type="body"/>
          </p:nvPr>
        </p:nvSpPr>
        <p:spPr>
          <a:xfrm>
            <a:off x="6286800" y="3383450"/>
            <a:ext cx="2299800" cy="117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32"/>
          <p:cNvSpPr txBox="1"/>
          <p:nvPr>
            <p:ph type="ctrTitle"/>
          </p:nvPr>
        </p:nvSpPr>
        <p:spPr>
          <a:xfrm>
            <a:off x="345600" y="293925"/>
            <a:ext cx="8445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CUSTOM_7">
    <p:bg>
      <p:bgPr>
        <a:solidFill>
          <a:schemeClr val="accen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"/>
          <p:cNvSpPr/>
          <p:nvPr/>
        </p:nvSpPr>
        <p:spPr>
          <a:xfrm>
            <a:off x="3221425" y="-10475"/>
            <a:ext cx="59226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389" name="Google Shape;389;p33"/>
          <p:cNvCxnSpPr>
            <a:stCxn id="390" idx="4"/>
          </p:cNvCxnSpPr>
          <p:nvPr/>
        </p:nvCxnSpPr>
        <p:spPr>
          <a:xfrm>
            <a:off x="3221420" y="570600"/>
            <a:ext cx="0" cy="463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1" name="Google Shape;391;p33"/>
          <p:cNvSpPr txBox="1"/>
          <p:nvPr>
            <p:ph idx="1" type="subTitle"/>
          </p:nvPr>
        </p:nvSpPr>
        <p:spPr>
          <a:xfrm>
            <a:off x="3607200" y="246150"/>
            <a:ext cx="52689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p33"/>
          <p:cNvSpPr txBox="1"/>
          <p:nvPr>
            <p:ph idx="2" type="body"/>
          </p:nvPr>
        </p:nvSpPr>
        <p:spPr>
          <a:xfrm>
            <a:off x="3607200" y="789750"/>
            <a:ext cx="5268900" cy="88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33"/>
          <p:cNvSpPr txBox="1"/>
          <p:nvPr>
            <p:ph idx="3" type="subTitle"/>
          </p:nvPr>
        </p:nvSpPr>
        <p:spPr>
          <a:xfrm>
            <a:off x="3607200" y="1855350"/>
            <a:ext cx="52689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33"/>
          <p:cNvSpPr txBox="1"/>
          <p:nvPr>
            <p:ph idx="4" type="body"/>
          </p:nvPr>
        </p:nvSpPr>
        <p:spPr>
          <a:xfrm>
            <a:off x="3607200" y="2398950"/>
            <a:ext cx="5268900" cy="88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33"/>
          <p:cNvSpPr txBox="1"/>
          <p:nvPr>
            <p:ph idx="5" type="subTitle"/>
          </p:nvPr>
        </p:nvSpPr>
        <p:spPr>
          <a:xfrm>
            <a:off x="3607200" y="3464550"/>
            <a:ext cx="52689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6" name="Google Shape;396;p33"/>
          <p:cNvSpPr txBox="1"/>
          <p:nvPr>
            <p:ph idx="6" type="body"/>
          </p:nvPr>
        </p:nvSpPr>
        <p:spPr>
          <a:xfrm>
            <a:off x="3607200" y="4008150"/>
            <a:ext cx="5268900" cy="88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33"/>
          <p:cNvSpPr txBox="1"/>
          <p:nvPr>
            <p:ph type="ctrTitle"/>
          </p:nvPr>
        </p:nvSpPr>
        <p:spPr>
          <a:xfrm>
            <a:off x="405900" y="334800"/>
            <a:ext cx="2343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8" name="Google Shape;398;p33"/>
          <p:cNvSpPr/>
          <p:nvPr/>
        </p:nvSpPr>
        <p:spPr>
          <a:xfrm>
            <a:off x="405903" y="2783546"/>
            <a:ext cx="1894319" cy="1894319"/>
          </a:xfrm>
          <a:custGeom>
            <a:rect b="b" l="l" r="r" t="t"/>
            <a:pathLst>
              <a:path extrusionOk="0" h="15862" w="15862">
                <a:moveTo>
                  <a:pt x="7931" y="1"/>
                </a:moveTo>
                <a:cubicBezTo>
                  <a:pt x="3549" y="1"/>
                  <a:pt x="1" y="3549"/>
                  <a:pt x="1" y="7931"/>
                </a:cubicBezTo>
                <a:cubicBezTo>
                  <a:pt x="1" y="12313"/>
                  <a:pt x="3549" y="15861"/>
                  <a:pt x="7931" y="15861"/>
                </a:cubicBezTo>
                <a:cubicBezTo>
                  <a:pt x="12313" y="15861"/>
                  <a:pt x="15861" y="12313"/>
                  <a:pt x="15861" y="7931"/>
                </a:cubicBezTo>
                <a:cubicBezTo>
                  <a:pt x="15861" y="3549"/>
                  <a:pt x="12313" y="1"/>
                  <a:pt x="79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36750" lIns="436750" spcFirstLastPara="1" rIns="436750" wrap="square" tIns="43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/>
          <p:nvPr/>
        </p:nvSpPr>
        <p:spPr>
          <a:xfrm>
            <a:off x="1668706" y="2487847"/>
            <a:ext cx="816389" cy="819136"/>
          </a:xfrm>
          <a:custGeom>
            <a:rect b="b" l="l" r="r" t="t"/>
            <a:pathLst>
              <a:path extrusionOk="0" h="6859" w="6836">
                <a:moveTo>
                  <a:pt x="4049" y="0"/>
                </a:moveTo>
                <a:cubicBezTo>
                  <a:pt x="4069" y="1755"/>
                  <a:pt x="2651" y="3086"/>
                  <a:pt x="1028" y="3086"/>
                </a:cubicBezTo>
                <a:cubicBezTo>
                  <a:pt x="690" y="3086"/>
                  <a:pt x="344" y="3028"/>
                  <a:pt x="0" y="2906"/>
                </a:cubicBezTo>
                <a:lnTo>
                  <a:pt x="0" y="2906"/>
                </a:lnTo>
                <a:lnTo>
                  <a:pt x="4454" y="6859"/>
                </a:lnTo>
                <a:cubicBezTo>
                  <a:pt x="3525" y="4954"/>
                  <a:pt x="4739" y="2691"/>
                  <a:pt x="6835" y="2453"/>
                </a:cubicBezTo>
                <a:lnTo>
                  <a:pt x="40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36750" lIns="436750" spcFirstLastPara="1" rIns="436750" wrap="square" tIns="43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"/>
          <p:cNvSpPr/>
          <p:nvPr/>
        </p:nvSpPr>
        <p:spPr>
          <a:xfrm>
            <a:off x="2152140" y="2186296"/>
            <a:ext cx="597364" cy="594617"/>
          </a:xfrm>
          <a:custGeom>
            <a:rect b="b" l="l" r="r" t="t"/>
            <a:pathLst>
              <a:path extrusionOk="0" h="4979" w="5002">
                <a:moveTo>
                  <a:pt x="2501" y="1"/>
                </a:moveTo>
                <a:cubicBezTo>
                  <a:pt x="1120" y="1"/>
                  <a:pt x="1" y="1120"/>
                  <a:pt x="1" y="2501"/>
                </a:cubicBezTo>
                <a:cubicBezTo>
                  <a:pt x="1" y="3883"/>
                  <a:pt x="1120" y="4978"/>
                  <a:pt x="2501" y="4978"/>
                </a:cubicBezTo>
                <a:cubicBezTo>
                  <a:pt x="3883" y="4978"/>
                  <a:pt x="5002" y="3883"/>
                  <a:pt x="5002" y="2501"/>
                </a:cubicBezTo>
                <a:cubicBezTo>
                  <a:pt x="5002" y="1120"/>
                  <a:pt x="3883" y="1"/>
                  <a:pt x="25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36750" lIns="436750" spcFirstLastPara="1" rIns="436750" wrap="square" tIns="43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3"/>
          <p:cNvSpPr/>
          <p:nvPr/>
        </p:nvSpPr>
        <p:spPr>
          <a:xfrm>
            <a:off x="3145823" y="377100"/>
            <a:ext cx="151200" cy="151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3"/>
          <p:cNvSpPr/>
          <p:nvPr/>
        </p:nvSpPr>
        <p:spPr>
          <a:xfrm>
            <a:off x="3145823" y="1971725"/>
            <a:ext cx="151200" cy="151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3"/>
          <p:cNvSpPr/>
          <p:nvPr/>
        </p:nvSpPr>
        <p:spPr>
          <a:xfrm>
            <a:off x="3145823" y="3608650"/>
            <a:ext cx="151200" cy="151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CUSTOM_8">
    <p:bg>
      <p:bgPr>
        <a:solidFill>
          <a:schemeClr val="accent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4"/>
          <p:cNvGrpSpPr/>
          <p:nvPr/>
        </p:nvGrpSpPr>
        <p:grpSpPr>
          <a:xfrm>
            <a:off x="-18" y="-4283"/>
            <a:ext cx="1573843" cy="1673206"/>
            <a:chOff x="792175" y="1377500"/>
            <a:chExt cx="378601" cy="402503"/>
          </a:xfrm>
        </p:grpSpPr>
        <p:sp>
          <p:nvSpPr>
            <p:cNvPr id="406" name="Google Shape;406;p34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93275" lIns="293275" spcFirstLastPara="1" rIns="293275" wrap="square" tIns="293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819"/>
            </a:p>
          </p:txBody>
        </p:sp>
        <p:sp>
          <p:nvSpPr>
            <p:cNvPr id="407" name="Google Shape;407;p34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93275" lIns="293275" spcFirstLastPara="1" rIns="293275" wrap="square" tIns="293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4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93275" lIns="293275" spcFirstLastPara="1" rIns="293275" wrap="square" tIns="293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/>
            </a:p>
          </p:txBody>
        </p:sp>
      </p:grpSp>
      <p:grpSp>
        <p:nvGrpSpPr>
          <p:cNvPr id="409" name="Google Shape;409;p34"/>
          <p:cNvGrpSpPr/>
          <p:nvPr/>
        </p:nvGrpSpPr>
        <p:grpSpPr>
          <a:xfrm flipH="1">
            <a:off x="1419300" y="526446"/>
            <a:ext cx="673833" cy="716335"/>
            <a:chOff x="792175" y="1377500"/>
            <a:chExt cx="378601" cy="402503"/>
          </a:xfrm>
        </p:grpSpPr>
        <p:sp>
          <p:nvSpPr>
            <p:cNvPr id="410" name="Google Shape;410;p34"/>
            <p:cNvSpPr/>
            <p:nvPr/>
          </p:nvSpPr>
          <p:spPr>
            <a:xfrm>
              <a:off x="792175" y="1473986"/>
              <a:ext cx="306018" cy="306018"/>
            </a:xfrm>
            <a:custGeom>
              <a:rect b="b" l="l" r="r" t="t"/>
              <a:pathLst>
                <a:path extrusionOk="0" h="15862" w="15862">
                  <a:moveTo>
                    <a:pt x="7931" y="1"/>
                  </a:moveTo>
                  <a:cubicBezTo>
                    <a:pt x="3549" y="1"/>
                    <a:pt x="1" y="3549"/>
                    <a:pt x="1" y="7931"/>
                  </a:cubicBezTo>
                  <a:cubicBezTo>
                    <a:pt x="1" y="12313"/>
                    <a:pt x="3549" y="15861"/>
                    <a:pt x="7931" y="15861"/>
                  </a:cubicBezTo>
                  <a:cubicBezTo>
                    <a:pt x="12313" y="15861"/>
                    <a:pt x="15861" y="12313"/>
                    <a:pt x="15861" y="7931"/>
                  </a:cubicBezTo>
                  <a:cubicBezTo>
                    <a:pt x="15861" y="3549"/>
                    <a:pt x="12313" y="1"/>
                    <a:pt x="79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5575" lIns="125575" spcFirstLastPara="1" rIns="125575" wrap="square" tIns="125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91"/>
            </a:p>
          </p:txBody>
        </p:sp>
        <p:sp>
          <p:nvSpPr>
            <p:cNvPr id="411" name="Google Shape;411;p34"/>
            <p:cNvSpPr/>
            <p:nvPr/>
          </p:nvSpPr>
          <p:spPr>
            <a:xfrm>
              <a:off x="996177" y="1426216"/>
              <a:ext cx="131884" cy="132327"/>
            </a:xfrm>
            <a:custGeom>
              <a:rect b="b" l="l" r="r" t="t"/>
              <a:pathLst>
                <a:path extrusionOk="0" h="6859" w="6836">
                  <a:moveTo>
                    <a:pt x="4049" y="0"/>
                  </a:moveTo>
                  <a:cubicBezTo>
                    <a:pt x="4069" y="1755"/>
                    <a:pt x="2651" y="3086"/>
                    <a:pt x="1028" y="3086"/>
                  </a:cubicBezTo>
                  <a:cubicBezTo>
                    <a:pt x="690" y="3086"/>
                    <a:pt x="344" y="3028"/>
                    <a:pt x="0" y="2906"/>
                  </a:cubicBezTo>
                  <a:lnTo>
                    <a:pt x="0" y="2906"/>
                  </a:lnTo>
                  <a:lnTo>
                    <a:pt x="4454" y="6859"/>
                  </a:lnTo>
                  <a:cubicBezTo>
                    <a:pt x="3525" y="4954"/>
                    <a:pt x="4739" y="2691"/>
                    <a:pt x="6835" y="2453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5575" lIns="125575" spcFirstLastPara="1" rIns="125575" wrap="square" tIns="125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4"/>
            <p:cNvSpPr/>
            <p:nvPr/>
          </p:nvSpPr>
          <p:spPr>
            <a:xfrm>
              <a:off x="1074275" y="1377500"/>
              <a:ext cx="96501" cy="96057"/>
            </a:xfrm>
            <a:custGeom>
              <a:rect b="b" l="l" r="r" t="t"/>
              <a:pathLst>
                <a:path extrusionOk="0" h="4979" w="5002">
                  <a:moveTo>
                    <a:pt x="2501" y="1"/>
                  </a:moveTo>
                  <a:cubicBezTo>
                    <a:pt x="1120" y="1"/>
                    <a:pt x="1" y="1120"/>
                    <a:pt x="1" y="2501"/>
                  </a:cubicBezTo>
                  <a:cubicBezTo>
                    <a:pt x="1" y="3883"/>
                    <a:pt x="1120" y="4978"/>
                    <a:pt x="2501" y="4978"/>
                  </a:cubicBezTo>
                  <a:cubicBezTo>
                    <a:pt x="3883" y="4978"/>
                    <a:pt x="5002" y="3883"/>
                    <a:pt x="5002" y="2501"/>
                  </a:cubicBezTo>
                  <a:cubicBezTo>
                    <a:pt x="5002" y="1120"/>
                    <a:pt x="3883" y="1"/>
                    <a:pt x="2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5575" lIns="125575" spcFirstLastPara="1" rIns="125575" wrap="square" tIns="125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8"/>
            </a:p>
          </p:txBody>
        </p:sp>
      </p:grpSp>
      <p:sp>
        <p:nvSpPr>
          <p:cNvPr id="413" name="Google Shape;413;p34"/>
          <p:cNvSpPr/>
          <p:nvPr/>
        </p:nvSpPr>
        <p:spPr>
          <a:xfrm>
            <a:off x="25" y="1871975"/>
            <a:ext cx="9144000" cy="326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14" name="Google Shape;414;p34"/>
          <p:cNvCxnSpPr/>
          <p:nvPr/>
        </p:nvCxnSpPr>
        <p:spPr>
          <a:xfrm rot="10800000">
            <a:off x="897475" y="1871975"/>
            <a:ext cx="734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415" name="Google Shape;415;p34"/>
          <p:cNvSpPr txBox="1"/>
          <p:nvPr>
            <p:ph type="ctrTitle"/>
          </p:nvPr>
        </p:nvSpPr>
        <p:spPr>
          <a:xfrm>
            <a:off x="897450" y="526450"/>
            <a:ext cx="73491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34"/>
          <p:cNvSpPr txBox="1"/>
          <p:nvPr>
            <p:ph idx="1" type="subTitle"/>
          </p:nvPr>
        </p:nvSpPr>
        <p:spPr>
          <a:xfrm>
            <a:off x="896425" y="2266200"/>
            <a:ext cx="21564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34"/>
          <p:cNvSpPr txBox="1"/>
          <p:nvPr>
            <p:ph idx="2" type="body"/>
          </p:nvPr>
        </p:nvSpPr>
        <p:spPr>
          <a:xfrm>
            <a:off x="896425" y="3026125"/>
            <a:ext cx="21564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34"/>
          <p:cNvSpPr txBox="1"/>
          <p:nvPr>
            <p:ph idx="3" type="subTitle"/>
          </p:nvPr>
        </p:nvSpPr>
        <p:spPr>
          <a:xfrm>
            <a:off x="3495625" y="2266200"/>
            <a:ext cx="21564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34"/>
          <p:cNvSpPr txBox="1"/>
          <p:nvPr>
            <p:ph idx="4" type="body"/>
          </p:nvPr>
        </p:nvSpPr>
        <p:spPr>
          <a:xfrm>
            <a:off x="3495625" y="3026125"/>
            <a:ext cx="21564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34"/>
          <p:cNvSpPr txBox="1"/>
          <p:nvPr>
            <p:ph idx="5" type="subTitle"/>
          </p:nvPr>
        </p:nvSpPr>
        <p:spPr>
          <a:xfrm>
            <a:off x="6091225" y="2266200"/>
            <a:ext cx="21564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1" name="Google Shape;421;p34"/>
          <p:cNvSpPr txBox="1"/>
          <p:nvPr>
            <p:ph idx="6" type="body"/>
          </p:nvPr>
        </p:nvSpPr>
        <p:spPr>
          <a:xfrm>
            <a:off x="6091225" y="3026125"/>
            <a:ext cx="21564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2" name="Google Shape;422;p34"/>
          <p:cNvSpPr/>
          <p:nvPr/>
        </p:nvSpPr>
        <p:spPr>
          <a:xfrm>
            <a:off x="1857320" y="1754075"/>
            <a:ext cx="235800" cy="23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4"/>
          <p:cNvSpPr/>
          <p:nvPr/>
        </p:nvSpPr>
        <p:spPr>
          <a:xfrm>
            <a:off x="4454120" y="1754075"/>
            <a:ext cx="235800" cy="23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4"/>
          <p:cNvSpPr/>
          <p:nvPr/>
        </p:nvSpPr>
        <p:spPr>
          <a:xfrm>
            <a:off x="7050920" y="1754075"/>
            <a:ext cx="235800" cy="23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CUSTOM_9">
    <p:bg>
      <p:bgPr>
        <a:solidFill>
          <a:schemeClr val="accent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/>
          <p:nvPr/>
        </p:nvSpPr>
        <p:spPr>
          <a:xfrm>
            <a:off x="25" y="1942200"/>
            <a:ext cx="9144000" cy="319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6915550" y="1846201"/>
            <a:ext cx="2228400" cy="9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5"/>
          <p:cNvSpPr/>
          <p:nvPr/>
        </p:nvSpPr>
        <p:spPr>
          <a:xfrm>
            <a:off x="4819392" y="1846195"/>
            <a:ext cx="2108700" cy="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5"/>
          <p:cNvSpPr/>
          <p:nvPr/>
        </p:nvSpPr>
        <p:spPr>
          <a:xfrm>
            <a:off x="2723229" y="1846195"/>
            <a:ext cx="2108700" cy="9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5"/>
          <p:cNvSpPr/>
          <p:nvPr/>
        </p:nvSpPr>
        <p:spPr>
          <a:xfrm>
            <a:off x="627066" y="1846195"/>
            <a:ext cx="2108700" cy="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5"/>
          <p:cNvSpPr/>
          <p:nvPr/>
        </p:nvSpPr>
        <p:spPr>
          <a:xfrm>
            <a:off x="530450" y="1791450"/>
            <a:ext cx="205500" cy="205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5"/>
          <p:cNvSpPr/>
          <p:nvPr/>
        </p:nvSpPr>
        <p:spPr>
          <a:xfrm>
            <a:off x="2626613" y="1791450"/>
            <a:ext cx="205500" cy="20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5"/>
          <p:cNvSpPr/>
          <p:nvPr/>
        </p:nvSpPr>
        <p:spPr>
          <a:xfrm>
            <a:off x="4722776" y="1791450"/>
            <a:ext cx="205500" cy="205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5"/>
          <p:cNvSpPr/>
          <p:nvPr/>
        </p:nvSpPr>
        <p:spPr>
          <a:xfrm>
            <a:off x="6818939" y="1791450"/>
            <a:ext cx="205500" cy="20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5"/>
          <p:cNvSpPr txBox="1"/>
          <p:nvPr>
            <p:ph type="ctrTitle"/>
          </p:nvPr>
        </p:nvSpPr>
        <p:spPr>
          <a:xfrm>
            <a:off x="530450" y="532500"/>
            <a:ext cx="8214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6" name="Google Shape;436;p35"/>
          <p:cNvSpPr txBox="1"/>
          <p:nvPr>
            <p:ph idx="1" type="subTitle"/>
          </p:nvPr>
        </p:nvSpPr>
        <p:spPr>
          <a:xfrm>
            <a:off x="530450" y="2055600"/>
            <a:ext cx="18774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7" name="Google Shape;437;p35"/>
          <p:cNvSpPr txBox="1"/>
          <p:nvPr>
            <p:ph idx="2" type="body"/>
          </p:nvPr>
        </p:nvSpPr>
        <p:spPr>
          <a:xfrm>
            <a:off x="530450" y="2807425"/>
            <a:ext cx="1877400" cy="1955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35"/>
          <p:cNvSpPr txBox="1"/>
          <p:nvPr>
            <p:ph idx="3" type="subTitle"/>
          </p:nvPr>
        </p:nvSpPr>
        <p:spPr>
          <a:xfrm>
            <a:off x="2654931" y="2055600"/>
            <a:ext cx="18774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9" name="Google Shape;439;p35"/>
          <p:cNvSpPr txBox="1"/>
          <p:nvPr>
            <p:ph idx="4" type="body"/>
          </p:nvPr>
        </p:nvSpPr>
        <p:spPr>
          <a:xfrm>
            <a:off x="2654931" y="2807425"/>
            <a:ext cx="1877400" cy="1955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0" name="Google Shape;440;p35"/>
          <p:cNvSpPr txBox="1"/>
          <p:nvPr>
            <p:ph idx="5" type="subTitle"/>
          </p:nvPr>
        </p:nvSpPr>
        <p:spPr>
          <a:xfrm>
            <a:off x="4743587" y="2055600"/>
            <a:ext cx="18774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1" name="Google Shape;441;p35"/>
          <p:cNvSpPr txBox="1"/>
          <p:nvPr>
            <p:ph idx="6" type="body"/>
          </p:nvPr>
        </p:nvSpPr>
        <p:spPr>
          <a:xfrm>
            <a:off x="4743587" y="2807425"/>
            <a:ext cx="1877400" cy="1955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2" name="Google Shape;442;p35"/>
          <p:cNvSpPr txBox="1"/>
          <p:nvPr>
            <p:ph idx="7" type="subTitle"/>
          </p:nvPr>
        </p:nvSpPr>
        <p:spPr>
          <a:xfrm>
            <a:off x="6868068" y="2055600"/>
            <a:ext cx="18774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3" name="Google Shape;443;p35"/>
          <p:cNvSpPr txBox="1"/>
          <p:nvPr>
            <p:ph idx="8" type="body"/>
          </p:nvPr>
        </p:nvSpPr>
        <p:spPr>
          <a:xfrm>
            <a:off x="6868068" y="2807425"/>
            <a:ext cx="1877400" cy="1955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1">
  <p:cSld name="CUSTOM_10">
    <p:bg>
      <p:bgPr>
        <a:solidFill>
          <a:schemeClr val="accent1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6"/>
          <p:cNvSpPr txBox="1"/>
          <p:nvPr>
            <p:ph idx="1" type="subTitle"/>
          </p:nvPr>
        </p:nvSpPr>
        <p:spPr>
          <a:xfrm>
            <a:off x="870225" y="3346725"/>
            <a:ext cx="19332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6" name="Google Shape;446;p36"/>
          <p:cNvSpPr txBox="1"/>
          <p:nvPr>
            <p:ph idx="2" type="body"/>
          </p:nvPr>
        </p:nvSpPr>
        <p:spPr>
          <a:xfrm>
            <a:off x="870225" y="3894286"/>
            <a:ext cx="19332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7" name="Google Shape;447;p36"/>
          <p:cNvSpPr txBox="1"/>
          <p:nvPr>
            <p:ph type="ctrTitle"/>
          </p:nvPr>
        </p:nvSpPr>
        <p:spPr>
          <a:xfrm>
            <a:off x="5925850" y="1329850"/>
            <a:ext cx="27315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8" name="Google Shape;448;p36"/>
          <p:cNvSpPr/>
          <p:nvPr/>
        </p:nvSpPr>
        <p:spPr>
          <a:xfrm>
            <a:off x="718823" y="776425"/>
            <a:ext cx="2235968" cy="2234960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53575" lIns="153575" spcFirstLastPara="1" rIns="153575" wrap="square" tIns="15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6"/>
          <p:cNvSpPr/>
          <p:nvPr/>
        </p:nvSpPr>
        <p:spPr>
          <a:xfrm>
            <a:off x="730790" y="2456362"/>
            <a:ext cx="611038" cy="602053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53575" lIns="153575" spcFirstLastPara="1" rIns="153575" wrap="square" tIns="15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6"/>
          <p:cNvSpPr/>
          <p:nvPr/>
        </p:nvSpPr>
        <p:spPr>
          <a:xfrm>
            <a:off x="576813" y="2797362"/>
            <a:ext cx="430020" cy="429012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53575" lIns="153575" spcFirstLastPara="1" rIns="153575" wrap="square" tIns="15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6"/>
          <p:cNvSpPr/>
          <p:nvPr>
            <p:ph idx="3" type="pic"/>
          </p:nvPr>
        </p:nvSpPr>
        <p:spPr>
          <a:xfrm>
            <a:off x="816514" y="873602"/>
            <a:ext cx="2040600" cy="2040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52" name="Google Shape;452;p36"/>
          <p:cNvSpPr/>
          <p:nvPr/>
        </p:nvSpPr>
        <p:spPr>
          <a:xfrm>
            <a:off x="3322323" y="818750"/>
            <a:ext cx="2235967" cy="2234960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53575" lIns="153575" spcFirstLastPara="1" rIns="153575" wrap="square" tIns="15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6"/>
          <p:cNvSpPr/>
          <p:nvPr/>
        </p:nvSpPr>
        <p:spPr>
          <a:xfrm>
            <a:off x="3334290" y="2498687"/>
            <a:ext cx="611038" cy="602053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53575" lIns="153575" spcFirstLastPara="1" rIns="153575" wrap="square" tIns="15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6"/>
          <p:cNvSpPr/>
          <p:nvPr/>
        </p:nvSpPr>
        <p:spPr>
          <a:xfrm>
            <a:off x="3180313" y="2839687"/>
            <a:ext cx="430020" cy="429012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53575" lIns="153575" spcFirstLastPara="1" rIns="153575" wrap="square" tIns="15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/>
          <p:nvPr>
            <p:ph idx="4" type="pic"/>
          </p:nvPr>
        </p:nvSpPr>
        <p:spPr>
          <a:xfrm>
            <a:off x="3420014" y="915927"/>
            <a:ext cx="2040600" cy="2040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56" name="Google Shape;456;p36"/>
          <p:cNvSpPr txBox="1"/>
          <p:nvPr>
            <p:ph idx="5" type="subTitle"/>
          </p:nvPr>
        </p:nvSpPr>
        <p:spPr>
          <a:xfrm>
            <a:off x="3605400" y="3346725"/>
            <a:ext cx="19332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7" name="Google Shape;457;p36"/>
          <p:cNvSpPr txBox="1"/>
          <p:nvPr>
            <p:ph idx="6" type="body"/>
          </p:nvPr>
        </p:nvSpPr>
        <p:spPr>
          <a:xfrm>
            <a:off x="3605400" y="3894286"/>
            <a:ext cx="19332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2">
  <p:cSld name="CUSTOM_11">
    <p:bg>
      <p:bgPr>
        <a:solidFill>
          <a:schemeClr val="accent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7"/>
          <p:cNvSpPr txBox="1"/>
          <p:nvPr>
            <p:ph type="ctrTitle"/>
          </p:nvPr>
        </p:nvSpPr>
        <p:spPr>
          <a:xfrm>
            <a:off x="893875" y="345600"/>
            <a:ext cx="7375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0" name="Google Shape;460;p37"/>
          <p:cNvSpPr/>
          <p:nvPr/>
        </p:nvSpPr>
        <p:spPr>
          <a:xfrm>
            <a:off x="935600" y="2281562"/>
            <a:ext cx="3528300" cy="2067900"/>
          </a:xfrm>
          <a:prstGeom prst="roundRect">
            <a:avLst>
              <a:gd fmla="val 857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1" name="Google Shape;461;p37"/>
          <p:cNvSpPr/>
          <p:nvPr/>
        </p:nvSpPr>
        <p:spPr>
          <a:xfrm rot="10800000">
            <a:off x="1226362" y="1642969"/>
            <a:ext cx="1471697" cy="1471034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1075" lIns="101075" spcFirstLastPara="1" rIns="101075" wrap="square" tIns="101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7"/>
          <p:cNvSpPr/>
          <p:nvPr/>
        </p:nvSpPr>
        <p:spPr>
          <a:xfrm rot="10800000">
            <a:off x="2336526" y="1664790"/>
            <a:ext cx="327529" cy="322713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7"/>
          <p:cNvSpPr/>
          <p:nvPr/>
        </p:nvSpPr>
        <p:spPr>
          <a:xfrm rot="10800000">
            <a:off x="2516086" y="1574774"/>
            <a:ext cx="230499" cy="229959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0"/>
          </a:p>
        </p:txBody>
      </p:sp>
      <p:sp>
        <p:nvSpPr>
          <p:cNvPr id="464" name="Google Shape;464;p37"/>
          <p:cNvSpPr/>
          <p:nvPr>
            <p:ph idx="2" type="pic"/>
          </p:nvPr>
        </p:nvSpPr>
        <p:spPr>
          <a:xfrm>
            <a:off x="1290801" y="1707097"/>
            <a:ext cx="1342800" cy="134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65" name="Google Shape;465;p37"/>
          <p:cNvSpPr txBox="1"/>
          <p:nvPr>
            <p:ph idx="1" type="subTitle"/>
          </p:nvPr>
        </p:nvSpPr>
        <p:spPr>
          <a:xfrm>
            <a:off x="1239188" y="3221925"/>
            <a:ext cx="29211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6" name="Google Shape;466;p37"/>
          <p:cNvSpPr txBox="1"/>
          <p:nvPr>
            <p:ph idx="3" type="body"/>
          </p:nvPr>
        </p:nvSpPr>
        <p:spPr>
          <a:xfrm>
            <a:off x="1239188" y="3669053"/>
            <a:ext cx="29211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7" name="Google Shape;467;p37"/>
          <p:cNvSpPr/>
          <p:nvPr/>
        </p:nvSpPr>
        <p:spPr>
          <a:xfrm>
            <a:off x="4699675" y="2266101"/>
            <a:ext cx="3528300" cy="2067900"/>
          </a:xfrm>
          <a:prstGeom prst="roundRect">
            <a:avLst>
              <a:gd fmla="val 857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8" name="Google Shape;468;p37"/>
          <p:cNvSpPr/>
          <p:nvPr/>
        </p:nvSpPr>
        <p:spPr>
          <a:xfrm rot="10800000">
            <a:off x="4990437" y="1628456"/>
            <a:ext cx="1471697" cy="1471034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1075" lIns="101075" spcFirstLastPara="1" rIns="101075" wrap="square" tIns="101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7"/>
          <p:cNvSpPr/>
          <p:nvPr/>
        </p:nvSpPr>
        <p:spPr>
          <a:xfrm rot="10800000">
            <a:off x="6100601" y="1650277"/>
            <a:ext cx="327529" cy="322713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7"/>
          <p:cNvSpPr/>
          <p:nvPr/>
        </p:nvSpPr>
        <p:spPr>
          <a:xfrm rot="10800000">
            <a:off x="6280161" y="1560261"/>
            <a:ext cx="230499" cy="229959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0"/>
          </a:p>
        </p:txBody>
      </p:sp>
      <p:sp>
        <p:nvSpPr>
          <p:cNvPr id="471" name="Google Shape;471;p37"/>
          <p:cNvSpPr/>
          <p:nvPr>
            <p:ph idx="4" type="pic"/>
          </p:nvPr>
        </p:nvSpPr>
        <p:spPr>
          <a:xfrm>
            <a:off x="5054876" y="1692584"/>
            <a:ext cx="1342800" cy="134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2" name="Google Shape;472;p37"/>
          <p:cNvSpPr txBox="1"/>
          <p:nvPr>
            <p:ph idx="5" type="subTitle"/>
          </p:nvPr>
        </p:nvSpPr>
        <p:spPr>
          <a:xfrm>
            <a:off x="5003263" y="3207413"/>
            <a:ext cx="29211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3" name="Google Shape;473;p37"/>
          <p:cNvSpPr txBox="1"/>
          <p:nvPr>
            <p:ph idx="6" type="body"/>
          </p:nvPr>
        </p:nvSpPr>
        <p:spPr>
          <a:xfrm>
            <a:off x="5003263" y="3654540"/>
            <a:ext cx="29211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3">
  <p:cSld name="CUSTOM_12">
    <p:bg>
      <p:bgPr>
        <a:solidFill>
          <a:schemeClr val="accent1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8"/>
          <p:cNvSpPr/>
          <p:nvPr/>
        </p:nvSpPr>
        <p:spPr>
          <a:xfrm>
            <a:off x="6593325" y="-16850"/>
            <a:ext cx="25506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3980950" y="0"/>
            <a:ext cx="25506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7" name="Google Shape;477;p38"/>
          <p:cNvSpPr txBox="1"/>
          <p:nvPr>
            <p:ph type="ctrTitle"/>
          </p:nvPr>
        </p:nvSpPr>
        <p:spPr>
          <a:xfrm>
            <a:off x="404375" y="1065650"/>
            <a:ext cx="31260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478" name="Google Shape;478;p38"/>
          <p:cNvGrpSpPr/>
          <p:nvPr/>
        </p:nvGrpSpPr>
        <p:grpSpPr>
          <a:xfrm>
            <a:off x="234190" y="3067803"/>
            <a:ext cx="3499796" cy="1733454"/>
            <a:chOff x="807875" y="3185825"/>
            <a:chExt cx="2407675" cy="1192525"/>
          </a:xfrm>
        </p:grpSpPr>
        <p:sp>
          <p:nvSpPr>
            <p:cNvPr id="479" name="Google Shape;479;p38"/>
            <p:cNvSpPr/>
            <p:nvPr/>
          </p:nvSpPr>
          <p:spPr>
            <a:xfrm>
              <a:off x="807875" y="3392425"/>
              <a:ext cx="985950" cy="985925"/>
            </a:xfrm>
            <a:custGeom>
              <a:rect b="b" l="l" r="r" t="t"/>
              <a:pathLst>
                <a:path extrusionOk="0" h="39437" w="39438">
                  <a:moveTo>
                    <a:pt x="19719" y="0"/>
                  </a:moveTo>
                  <a:cubicBezTo>
                    <a:pt x="8836" y="0"/>
                    <a:pt x="0" y="8835"/>
                    <a:pt x="0" y="19718"/>
                  </a:cubicBezTo>
                  <a:cubicBezTo>
                    <a:pt x="0" y="30602"/>
                    <a:pt x="8836" y="39437"/>
                    <a:pt x="19719" y="39437"/>
                  </a:cubicBezTo>
                  <a:cubicBezTo>
                    <a:pt x="30602" y="39437"/>
                    <a:pt x="39437" y="30602"/>
                    <a:pt x="39437" y="19718"/>
                  </a:cubicBezTo>
                  <a:cubicBezTo>
                    <a:pt x="39437" y="8835"/>
                    <a:pt x="30602" y="0"/>
                    <a:pt x="19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32900" lIns="132900" spcFirstLastPara="1" rIns="132900" wrap="square" tIns="13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8"/>
            <p:cNvSpPr/>
            <p:nvPr/>
          </p:nvSpPr>
          <p:spPr>
            <a:xfrm>
              <a:off x="1586000" y="3355500"/>
              <a:ext cx="460250" cy="458450"/>
            </a:xfrm>
            <a:custGeom>
              <a:rect b="b" l="l" r="r" t="t"/>
              <a:pathLst>
                <a:path extrusionOk="0" h="18338" w="18410">
                  <a:moveTo>
                    <a:pt x="12646" y="1"/>
                  </a:moveTo>
                  <a:cubicBezTo>
                    <a:pt x="11897" y="4064"/>
                    <a:pt x="8376" y="6625"/>
                    <a:pt x="4673" y="6625"/>
                  </a:cubicBezTo>
                  <a:cubicBezTo>
                    <a:pt x="3080" y="6625"/>
                    <a:pt x="1455" y="6152"/>
                    <a:pt x="1" y="5121"/>
                  </a:cubicBezTo>
                  <a:lnTo>
                    <a:pt x="1" y="5121"/>
                  </a:lnTo>
                  <a:lnTo>
                    <a:pt x="8098" y="18338"/>
                  </a:lnTo>
                  <a:cubicBezTo>
                    <a:pt x="7360" y="13294"/>
                    <a:pt x="11335" y="9062"/>
                    <a:pt x="16072" y="9062"/>
                  </a:cubicBezTo>
                  <a:cubicBezTo>
                    <a:pt x="16837" y="9062"/>
                    <a:pt x="17622" y="9172"/>
                    <a:pt x="18410" y="9407"/>
                  </a:cubicBezTo>
                  <a:lnTo>
                    <a:pt x="126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32900" lIns="132900" spcFirstLastPara="1" rIns="132900" wrap="square" tIns="13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8"/>
            <p:cNvSpPr/>
            <p:nvPr/>
          </p:nvSpPr>
          <p:spPr>
            <a:xfrm>
              <a:off x="2474900" y="3515050"/>
              <a:ext cx="740650" cy="740675"/>
            </a:xfrm>
            <a:custGeom>
              <a:rect b="b" l="l" r="r" t="t"/>
              <a:pathLst>
                <a:path extrusionOk="0" h="29627" w="29626">
                  <a:moveTo>
                    <a:pt x="14813" y="1"/>
                  </a:moveTo>
                  <a:cubicBezTo>
                    <a:pt x="6620" y="1"/>
                    <a:pt x="0" y="6621"/>
                    <a:pt x="0" y="14813"/>
                  </a:cubicBezTo>
                  <a:cubicBezTo>
                    <a:pt x="0" y="23006"/>
                    <a:pt x="6620" y="29626"/>
                    <a:pt x="14813" y="29626"/>
                  </a:cubicBezTo>
                  <a:cubicBezTo>
                    <a:pt x="23005" y="29626"/>
                    <a:pt x="29625" y="23006"/>
                    <a:pt x="29625" y="14813"/>
                  </a:cubicBezTo>
                  <a:cubicBezTo>
                    <a:pt x="29625" y="6621"/>
                    <a:pt x="23005" y="1"/>
                    <a:pt x="148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32900" lIns="132900" spcFirstLastPara="1" rIns="132900" wrap="square" tIns="13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8"/>
            <p:cNvSpPr/>
            <p:nvPr/>
          </p:nvSpPr>
          <p:spPr>
            <a:xfrm>
              <a:off x="2170075" y="3376350"/>
              <a:ext cx="492975" cy="465000"/>
            </a:xfrm>
            <a:custGeom>
              <a:rect b="b" l="l" r="r" t="t"/>
              <a:pathLst>
                <a:path extrusionOk="0" h="18600" w="19719">
                  <a:moveTo>
                    <a:pt x="5668" y="0"/>
                  </a:moveTo>
                  <a:lnTo>
                    <a:pt x="0" y="8502"/>
                  </a:lnTo>
                  <a:cubicBezTo>
                    <a:pt x="993" y="8177"/>
                    <a:pt x="1987" y="8025"/>
                    <a:pt x="2955" y="8025"/>
                  </a:cubicBezTo>
                  <a:cubicBezTo>
                    <a:pt x="8372" y="8025"/>
                    <a:pt x="12995" y="12781"/>
                    <a:pt x="12288" y="18599"/>
                  </a:cubicBezTo>
                  <a:lnTo>
                    <a:pt x="12312" y="18599"/>
                  </a:lnTo>
                  <a:lnTo>
                    <a:pt x="19718" y="7478"/>
                  </a:lnTo>
                  <a:lnTo>
                    <a:pt x="19718" y="7478"/>
                  </a:lnTo>
                  <a:cubicBezTo>
                    <a:pt x="18225" y="8325"/>
                    <a:pt x="16638" y="8714"/>
                    <a:pt x="15087" y="8714"/>
                  </a:cubicBezTo>
                  <a:cubicBezTo>
                    <a:pt x="10406" y="8714"/>
                    <a:pt x="6061" y="5170"/>
                    <a:pt x="5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32900" lIns="132900" spcFirstLastPara="1" rIns="132900" wrap="square" tIns="13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8"/>
            <p:cNvSpPr/>
            <p:nvPr/>
          </p:nvSpPr>
          <p:spPr>
            <a:xfrm>
              <a:off x="1898575" y="3185825"/>
              <a:ext cx="413800" cy="413800"/>
            </a:xfrm>
            <a:custGeom>
              <a:rect b="b" l="l" r="r" t="t"/>
              <a:pathLst>
                <a:path extrusionOk="0" h="16552" w="16552">
                  <a:moveTo>
                    <a:pt x="8264" y="1"/>
                  </a:moveTo>
                  <a:cubicBezTo>
                    <a:pt x="3716" y="1"/>
                    <a:pt x="1" y="3716"/>
                    <a:pt x="1" y="8264"/>
                  </a:cubicBezTo>
                  <a:cubicBezTo>
                    <a:pt x="1" y="12837"/>
                    <a:pt x="3716" y="16552"/>
                    <a:pt x="8264" y="16552"/>
                  </a:cubicBezTo>
                  <a:cubicBezTo>
                    <a:pt x="12837" y="16552"/>
                    <a:pt x="16552" y="12837"/>
                    <a:pt x="16552" y="8264"/>
                  </a:cubicBezTo>
                  <a:cubicBezTo>
                    <a:pt x="16552" y="3716"/>
                    <a:pt x="12837" y="1"/>
                    <a:pt x="82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32900" lIns="132900" spcFirstLastPara="1" rIns="132900" wrap="square" tIns="13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4" name="Google Shape;484;p38"/>
          <p:cNvSpPr/>
          <p:nvPr/>
        </p:nvSpPr>
        <p:spPr>
          <a:xfrm rot="10800000">
            <a:off x="4393199" y="990467"/>
            <a:ext cx="1726099" cy="1725321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18550" lIns="118550" spcFirstLastPara="1" rIns="118550" wrap="square" tIns="11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8"/>
          <p:cNvSpPr/>
          <p:nvPr>
            <p:ph idx="2" type="pic"/>
          </p:nvPr>
        </p:nvSpPr>
        <p:spPr>
          <a:xfrm>
            <a:off x="4468767" y="1065661"/>
            <a:ext cx="1575000" cy="157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6" name="Google Shape;486;p38"/>
          <p:cNvSpPr/>
          <p:nvPr/>
        </p:nvSpPr>
        <p:spPr>
          <a:xfrm rot="10800000">
            <a:off x="5638355" y="990780"/>
            <a:ext cx="384136" cy="378487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6525" lIns="96525" spcFirstLastPara="1" rIns="96525" wrap="square" tIns="9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8"/>
          <p:cNvSpPr/>
          <p:nvPr/>
        </p:nvSpPr>
        <p:spPr>
          <a:xfrm rot="10800000">
            <a:off x="5848951" y="885198"/>
            <a:ext cx="270337" cy="269703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6525" lIns="96525" spcFirstLastPara="1" rIns="96525" wrap="square" tIns="9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7"/>
          </a:p>
        </p:txBody>
      </p:sp>
      <p:sp>
        <p:nvSpPr>
          <p:cNvPr id="488" name="Google Shape;488;p38"/>
          <p:cNvSpPr txBox="1"/>
          <p:nvPr>
            <p:ph idx="1" type="subTitle"/>
          </p:nvPr>
        </p:nvSpPr>
        <p:spPr>
          <a:xfrm>
            <a:off x="4189600" y="3204263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9" name="Google Shape;489;p38"/>
          <p:cNvSpPr txBox="1"/>
          <p:nvPr>
            <p:ph idx="3" type="body"/>
          </p:nvPr>
        </p:nvSpPr>
        <p:spPr>
          <a:xfrm>
            <a:off x="4189600" y="3751817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0" name="Google Shape;490;p38"/>
          <p:cNvSpPr/>
          <p:nvPr/>
        </p:nvSpPr>
        <p:spPr>
          <a:xfrm rot="10800000">
            <a:off x="6982124" y="990467"/>
            <a:ext cx="1726099" cy="1725321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18550" lIns="118550" spcFirstLastPara="1" rIns="118550" wrap="square" tIns="11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8"/>
          <p:cNvSpPr/>
          <p:nvPr>
            <p:ph idx="4" type="pic"/>
          </p:nvPr>
        </p:nvSpPr>
        <p:spPr>
          <a:xfrm>
            <a:off x="7057692" y="1065661"/>
            <a:ext cx="1575000" cy="157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2" name="Google Shape;492;p38"/>
          <p:cNvSpPr/>
          <p:nvPr/>
        </p:nvSpPr>
        <p:spPr>
          <a:xfrm rot="10800000">
            <a:off x="8227280" y="990780"/>
            <a:ext cx="384136" cy="378487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6525" lIns="96525" spcFirstLastPara="1" rIns="96525" wrap="square" tIns="9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8"/>
          <p:cNvSpPr/>
          <p:nvPr/>
        </p:nvSpPr>
        <p:spPr>
          <a:xfrm rot="10800000">
            <a:off x="8437876" y="885198"/>
            <a:ext cx="270337" cy="269703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6525" lIns="96525" spcFirstLastPara="1" rIns="96525" wrap="square" tIns="9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7"/>
          </a:p>
        </p:txBody>
      </p:sp>
      <p:sp>
        <p:nvSpPr>
          <p:cNvPr id="494" name="Google Shape;494;p38"/>
          <p:cNvSpPr txBox="1"/>
          <p:nvPr>
            <p:ph idx="5" type="subTitle"/>
          </p:nvPr>
        </p:nvSpPr>
        <p:spPr>
          <a:xfrm>
            <a:off x="6778525" y="3204263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5" name="Google Shape;495;p38"/>
          <p:cNvSpPr txBox="1"/>
          <p:nvPr>
            <p:ph idx="6" type="body"/>
          </p:nvPr>
        </p:nvSpPr>
        <p:spPr>
          <a:xfrm>
            <a:off x="6778525" y="3751817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1">
  <p:cSld name="CUSTOM_13">
    <p:bg>
      <p:bgPr>
        <a:solidFill>
          <a:schemeClr val="accent1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9"/>
          <p:cNvSpPr/>
          <p:nvPr/>
        </p:nvSpPr>
        <p:spPr>
          <a:xfrm rot="-10018055">
            <a:off x="853480" y="1554639"/>
            <a:ext cx="1684913" cy="1685137"/>
          </a:xfrm>
          <a:custGeom>
            <a:rect b="b" l="l" r="r" t="t"/>
            <a:pathLst>
              <a:path extrusionOk="0" h="31389" w="31388">
                <a:moveTo>
                  <a:pt x="15694" y="1"/>
                </a:moveTo>
                <a:cubicBezTo>
                  <a:pt x="7026" y="1"/>
                  <a:pt x="0" y="7026"/>
                  <a:pt x="0" y="15694"/>
                </a:cubicBezTo>
                <a:cubicBezTo>
                  <a:pt x="0" y="24363"/>
                  <a:pt x="7026" y="31388"/>
                  <a:pt x="15694" y="31388"/>
                </a:cubicBezTo>
                <a:cubicBezTo>
                  <a:pt x="24363" y="31388"/>
                  <a:pt x="31388" y="24363"/>
                  <a:pt x="31388" y="15694"/>
                </a:cubicBezTo>
                <a:cubicBezTo>
                  <a:pt x="31388" y="7026"/>
                  <a:pt x="24363" y="1"/>
                  <a:pt x="1569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9"/>
          <p:cNvSpPr/>
          <p:nvPr/>
        </p:nvSpPr>
        <p:spPr>
          <a:xfrm rot="-10018055">
            <a:off x="918850" y="1403549"/>
            <a:ext cx="456442" cy="453912"/>
          </a:xfrm>
          <a:custGeom>
            <a:rect b="b" l="l" r="r" t="t"/>
            <a:pathLst>
              <a:path extrusionOk="0" h="8455" w="8503">
                <a:moveTo>
                  <a:pt x="4930" y="1"/>
                </a:moveTo>
                <a:lnTo>
                  <a:pt x="4930" y="1"/>
                </a:lnTo>
                <a:cubicBezTo>
                  <a:pt x="4920" y="20"/>
                  <a:pt x="4910" y="39"/>
                  <a:pt x="4901" y="58"/>
                </a:cubicBezTo>
                <a:lnTo>
                  <a:pt x="4901" y="58"/>
                </a:lnTo>
                <a:lnTo>
                  <a:pt x="4930" y="25"/>
                </a:lnTo>
                <a:lnTo>
                  <a:pt x="4930" y="1"/>
                </a:lnTo>
                <a:close/>
                <a:moveTo>
                  <a:pt x="4901" y="58"/>
                </a:moveTo>
                <a:lnTo>
                  <a:pt x="1" y="5550"/>
                </a:lnTo>
                <a:cubicBezTo>
                  <a:pt x="673" y="5082"/>
                  <a:pt x="1413" y="4869"/>
                  <a:pt x="2135" y="4869"/>
                </a:cubicBezTo>
                <a:cubicBezTo>
                  <a:pt x="4020" y="4869"/>
                  <a:pt x="5779" y="6319"/>
                  <a:pt x="5883" y="8455"/>
                </a:cubicBezTo>
                <a:lnTo>
                  <a:pt x="8502" y="5526"/>
                </a:lnTo>
                <a:lnTo>
                  <a:pt x="8502" y="5526"/>
                </a:lnTo>
                <a:cubicBezTo>
                  <a:pt x="8406" y="5533"/>
                  <a:pt x="8310" y="5536"/>
                  <a:pt x="8215" y="5536"/>
                </a:cubicBezTo>
                <a:cubicBezTo>
                  <a:pt x="5443" y="5536"/>
                  <a:pt x="3621" y="2579"/>
                  <a:pt x="4901" y="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9"/>
          <p:cNvSpPr/>
          <p:nvPr/>
        </p:nvSpPr>
        <p:spPr>
          <a:xfrm rot="-10018055">
            <a:off x="814753" y="1212373"/>
            <a:ext cx="300502" cy="300532"/>
          </a:xfrm>
          <a:custGeom>
            <a:rect b="b" l="l" r="r" t="t"/>
            <a:pathLst>
              <a:path extrusionOk="0" h="5598" w="5598">
                <a:moveTo>
                  <a:pt x="2811" y="1"/>
                </a:moveTo>
                <a:cubicBezTo>
                  <a:pt x="1263" y="1"/>
                  <a:pt x="1" y="1263"/>
                  <a:pt x="1" y="2787"/>
                </a:cubicBezTo>
                <a:cubicBezTo>
                  <a:pt x="1" y="4335"/>
                  <a:pt x="1263" y="5597"/>
                  <a:pt x="2811" y="5597"/>
                </a:cubicBezTo>
                <a:cubicBezTo>
                  <a:pt x="4359" y="5597"/>
                  <a:pt x="5597" y="4335"/>
                  <a:pt x="5597" y="2787"/>
                </a:cubicBezTo>
                <a:cubicBezTo>
                  <a:pt x="5597" y="1263"/>
                  <a:pt x="4359" y="1"/>
                  <a:pt x="28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9"/>
          <p:cNvSpPr/>
          <p:nvPr/>
        </p:nvSpPr>
        <p:spPr>
          <a:xfrm rot="10800000">
            <a:off x="6609214" y="1569242"/>
            <a:ext cx="1684986" cy="1685118"/>
          </a:xfrm>
          <a:custGeom>
            <a:rect b="b" l="l" r="r" t="t"/>
            <a:pathLst>
              <a:path extrusionOk="0" h="31389" w="31388">
                <a:moveTo>
                  <a:pt x="15694" y="1"/>
                </a:moveTo>
                <a:cubicBezTo>
                  <a:pt x="7026" y="1"/>
                  <a:pt x="1" y="7026"/>
                  <a:pt x="1" y="15694"/>
                </a:cubicBezTo>
                <a:cubicBezTo>
                  <a:pt x="1" y="24363"/>
                  <a:pt x="7026" y="31388"/>
                  <a:pt x="15694" y="31388"/>
                </a:cubicBezTo>
                <a:cubicBezTo>
                  <a:pt x="24363" y="31388"/>
                  <a:pt x="31388" y="24363"/>
                  <a:pt x="31388" y="15694"/>
                </a:cubicBezTo>
                <a:cubicBezTo>
                  <a:pt x="31388" y="7026"/>
                  <a:pt x="24363" y="1"/>
                  <a:pt x="1569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9"/>
          <p:cNvSpPr/>
          <p:nvPr/>
        </p:nvSpPr>
        <p:spPr>
          <a:xfrm rot="10800000">
            <a:off x="6499227" y="1722739"/>
            <a:ext cx="361874" cy="378479"/>
          </a:xfrm>
          <a:custGeom>
            <a:rect b="b" l="l" r="r" t="t"/>
            <a:pathLst>
              <a:path extrusionOk="0" h="7050" w="6741">
                <a:moveTo>
                  <a:pt x="3597" y="0"/>
                </a:moveTo>
                <a:lnTo>
                  <a:pt x="1" y="5430"/>
                </a:lnTo>
                <a:cubicBezTo>
                  <a:pt x="507" y="4932"/>
                  <a:pt x="1128" y="4707"/>
                  <a:pt x="1737" y="4707"/>
                </a:cubicBezTo>
                <a:cubicBezTo>
                  <a:pt x="2962" y="4707"/>
                  <a:pt x="4136" y="5618"/>
                  <a:pt x="4216" y="7049"/>
                </a:cubicBezTo>
                <a:lnTo>
                  <a:pt x="6740" y="3239"/>
                </a:lnTo>
                <a:lnTo>
                  <a:pt x="6740" y="3239"/>
                </a:lnTo>
                <a:cubicBezTo>
                  <a:pt x="6454" y="3341"/>
                  <a:pt x="6170" y="3388"/>
                  <a:pt x="5894" y="3388"/>
                </a:cubicBezTo>
                <a:cubicBezTo>
                  <a:pt x="4244" y="3388"/>
                  <a:pt x="2923" y="1694"/>
                  <a:pt x="359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9"/>
          <p:cNvSpPr/>
          <p:nvPr/>
        </p:nvSpPr>
        <p:spPr>
          <a:xfrm rot="10800000">
            <a:off x="6229527" y="1532274"/>
            <a:ext cx="405303" cy="406610"/>
          </a:xfrm>
          <a:custGeom>
            <a:rect b="b" l="l" r="r" t="t"/>
            <a:pathLst>
              <a:path extrusionOk="0" h="7574" w="7550">
                <a:moveTo>
                  <a:pt x="3787" y="1"/>
                </a:moveTo>
                <a:cubicBezTo>
                  <a:pt x="1692" y="1"/>
                  <a:pt x="1" y="1692"/>
                  <a:pt x="1" y="3787"/>
                </a:cubicBezTo>
                <a:cubicBezTo>
                  <a:pt x="1" y="5859"/>
                  <a:pt x="1692" y="7574"/>
                  <a:pt x="3787" y="7574"/>
                </a:cubicBezTo>
                <a:cubicBezTo>
                  <a:pt x="5859" y="7574"/>
                  <a:pt x="7550" y="5859"/>
                  <a:pt x="7550" y="3787"/>
                </a:cubicBezTo>
                <a:cubicBezTo>
                  <a:pt x="7550" y="1692"/>
                  <a:pt x="5859" y="1"/>
                  <a:pt x="378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9"/>
          <p:cNvSpPr/>
          <p:nvPr/>
        </p:nvSpPr>
        <p:spPr>
          <a:xfrm rot="10800000">
            <a:off x="6492839" y="1438933"/>
            <a:ext cx="191861" cy="195682"/>
          </a:xfrm>
          <a:custGeom>
            <a:rect b="b" l="l" r="r" t="t"/>
            <a:pathLst>
              <a:path extrusionOk="0" h="3645" w="3574">
                <a:moveTo>
                  <a:pt x="1430" y="1"/>
                </a:moveTo>
                <a:lnTo>
                  <a:pt x="1430" y="1"/>
                </a:lnTo>
                <a:cubicBezTo>
                  <a:pt x="2073" y="1096"/>
                  <a:pt x="1287" y="2477"/>
                  <a:pt x="1" y="2477"/>
                </a:cubicBezTo>
                <a:lnTo>
                  <a:pt x="1454" y="3644"/>
                </a:lnTo>
                <a:cubicBezTo>
                  <a:pt x="1228" y="2579"/>
                  <a:pt x="2060" y="1637"/>
                  <a:pt x="3070" y="1637"/>
                </a:cubicBezTo>
                <a:cubicBezTo>
                  <a:pt x="3234" y="1637"/>
                  <a:pt x="3403" y="1662"/>
                  <a:pt x="3573" y="1715"/>
                </a:cubicBezTo>
                <a:lnTo>
                  <a:pt x="143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9"/>
          <p:cNvSpPr/>
          <p:nvPr/>
        </p:nvSpPr>
        <p:spPr>
          <a:xfrm rot="10800000">
            <a:off x="6604069" y="1344347"/>
            <a:ext cx="158578" cy="157297"/>
          </a:xfrm>
          <a:custGeom>
            <a:rect b="b" l="l" r="r" t="t"/>
            <a:pathLst>
              <a:path extrusionOk="0" h="2930" w="2954">
                <a:moveTo>
                  <a:pt x="1477" y="0"/>
                </a:moveTo>
                <a:cubicBezTo>
                  <a:pt x="667" y="0"/>
                  <a:pt x="0" y="643"/>
                  <a:pt x="0" y="1477"/>
                </a:cubicBezTo>
                <a:cubicBezTo>
                  <a:pt x="0" y="2286"/>
                  <a:pt x="667" y="2929"/>
                  <a:pt x="1477" y="2929"/>
                </a:cubicBezTo>
                <a:cubicBezTo>
                  <a:pt x="2286" y="2929"/>
                  <a:pt x="2953" y="2286"/>
                  <a:pt x="2953" y="1477"/>
                </a:cubicBezTo>
                <a:cubicBezTo>
                  <a:pt x="2953" y="643"/>
                  <a:pt x="2286" y="0"/>
                  <a:pt x="147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9"/>
          <p:cNvSpPr/>
          <p:nvPr/>
        </p:nvSpPr>
        <p:spPr>
          <a:xfrm>
            <a:off x="3722524" y="1567880"/>
            <a:ext cx="1685040" cy="1685118"/>
          </a:xfrm>
          <a:custGeom>
            <a:rect b="b" l="l" r="r" t="t"/>
            <a:pathLst>
              <a:path extrusionOk="0" h="31389" w="31389">
                <a:moveTo>
                  <a:pt x="15695" y="1"/>
                </a:moveTo>
                <a:cubicBezTo>
                  <a:pt x="7026" y="1"/>
                  <a:pt x="1" y="7026"/>
                  <a:pt x="1" y="15694"/>
                </a:cubicBezTo>
                <a:cubicBezTo>
                  <a:pt x="1" y="24363"/>
                  <a:pt x="7026" y="31388"/>
                  <a:pt x="15695" y="31388"/>
                </a:cubicBezTo>
                <a:cubicBezTo>
                  <a:pt x="24363" y="31388"/>
                  <a:pt x="31388" y="24363"/>
                  <a:pt x="31388" y="15694"/>
                </a:cubicBezTo>
                <a:cubicBezTo>
                  <a:pt x="31388" y="7026"/>
                  <a:pt x="24363" y="1"/>
                  <a:pt x="1569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9"/>
          <p:cNvSpPr/>
          <p:nvPr/>
        </p:nvSpPr>
        <p:spPr>
          <a:xfrm>
            <a:off x="4952383" y="1509098"/>
            <a:ext cx="452597" cy="453907"/>
          </a:xfrm>
          <a:custGeom>
            <a:rect b="b" l="l" r="r" t="t"/>
            <a:pathLst>
              <a:path extrusionOk="0" h="8455" w="8431">
                <a:moveTo>
                  <a:pt x="5978" y="0"/>
                </a:moveTo>
                <a:cubicBezTo>
                  <a:pt x="5568" y="2015"/>
                  <a:pt x="3796" y="3322"/>
                  <a:pt x="1902" y="3322"/>
                </a:cubicBezTo>
                <a:cubicBezTo>
                  <a:pt x="1266" y="3322"/>
                  <a:pt x="617" y="3175"/>
                  <a:pt x="0" y="2858"/>
                </a:cubicBezTo>
                <a:lnTo>
                  <a:pt x="0" y="2858"/>
                </a:lnTo>
                <a:lnTo>
                  <a:pt x="6073" y="8454"/>
                </a:lnTo>
                <a:cubicBezTo>
                  <a:pt x="4620" y="6097"/>
                  <a:pt x="5787" y="3025"/>
                  <a:pt x="8431" y="2239"/>
                </a:cubicBezTo>
                <a:lnTo>
                  <a:pt x="597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9"/>
          <p:cNvSpPr/>
          <p:nvPr/>
        </p:nvSpPr>
        <p:spPr>
          <a:xfrm>
            <a:off x="5271953" y="1424710"/>
            <a:ext cx="208449" cy="209747"/>
          </a:xfrm>
          <a:custGeom>
            <a:rect b="b" l="l" r="r" t="t"/>
            <a:pathLst>
              <a:path extrusionOk="0" h="3907" w="3883">
                <a:moveTo>
                  <a:pt x="1930" y="1"/>
                </a:moveTo>
                <a:cubicBezTo>
                  <a:pt x="858" y="1"/>
                  <a:pt x="1" y="882"/>
                  <a:pt x="1" y="1953"/>
                </a:cubicBezTo>
                <a:cubicBezTo>
                  <a:pt x="1" y="3025"/>
                  <a:pt x="858" y="3906"/>
                  <a:pt x="1930" y="3906"/>
                </a:cubicBezTo>
                <a:cubicBezTo>
                  <a:pt x="3025" y="3906"/>
                  <a:pt x="3883" y="3025"/>
                  <a:pt x="3883" y="1953"/>
                </a:cubicBezTo>
                <a:cubicBezTo>
                  <a:pt x="3883" y="882"/>
                  <a:pt x="3025" y="1"/>
                  <a:pt x="193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96300" lIns="196300" spcFirstLastPara="1" rIns="196300" wrap="square" tIns="19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9"/>
          <p:cNvSpPr/>
          <p:nvPr>
            <p:ph idx="2" type="pic"/>
          </p:nvPr>
        </p:nvSpPr>
        <p:spPr>
          <a:xfrm>
            <a:off x="921200" y="1622475"/>
            <a:ext cx="1549500" cy="154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9" name="Google Shape;509;p39"/>
          <p:cNvSpPr/>
          <p:nvPr>
            <p:ph idx="3" type="pic"/>
          </p:nvPr>
        </p:nvSpPr>
        <p:spPr>
          <a:xfrm>
            <a:off x="3797912" y="1635687"/>
            <a:ext cx="1549500" cy="154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0" name="Google Shape;510;p39"/>
          <p:cNvSpPr/>
          <p:nvPr>
            <p:ph idx="4" type="pic"/>
          </p:nvPr>
        </p:nvSpPr>
        <p:spPr>
          <a:xfrm>
            <a:off x="6676975" y="1637062"/>
            <a:ext cx="1549500" cy="154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1" name="Google Shape;511;p39"/>
          <p:cNvSpPr txBox="1"/>
          <p:nvPr>
            <p:ph idx="1" type="subTitle"/>
          </p:nvPr>
        </p:nvSpPr>
        <p:spPr>
          <a:xfrm>
            <a:off x="629275" y="3321938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2" name="Google Shape;512;p39"/>
          <p:cNvSpPr txBox="1"/>
          <p:nvPr>
            <p:ph idx="5" type="body"/>
          </p:nvPr>
        </p:nvSpPr>
        <p:spPr>
          <a:xfrm>
            <a:off x="629275" y="3869492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39"/>
          <p:cNvSpPr txBox="1"/>
          <p:nvPr>
            <p:ph idx="6" type="subTitle"/>
          </p:nvPr>
        </p:nvSpPr>
        <p:spPr>
          <a:xfrm>
            <a:off x="3498400" y="3324763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39"/>
          <p:cNvSpPr txBox="1"/>
          <p:nvPr>
            <p:ph idx="7" type="body"/>
          </p:nvPr>
        </p:nvSpPr>
        <p:spPr>
          <a:xfrm>
            <a:off x="3498400" y="3872317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5" name="Google Shape;515;p39"/>
          <p:cNvSpPr txBox="1"/>
          <p:nvPr>
            <p:ph idx="8" type="subTitle"/>
          </p:nvPr>
        </p:nvSpPr>
        <p:spPr>
          <a:xfrm>
            <a:off x="6423375" y="3321938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6" name="Google Shape;516;p39"/>
          <p:cNvSpPr txBox="1"/>
          <p:nvPr>
            <p:ph idx="9" type="body"/>
          </p:nvPr>
        </p:nvSpPr>
        <p:spPr>
          <a:xfrm>
            <a:off x="6423375" y="3869492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p39"/>
          <p:cNvSpPr txBox="1"/>
          <p:nvPr>
            <p:ph type="ctrTitle"/>
          </p:nvPr>
        </p:nvSpPr>
        <p:spPr>
          <a:xfrm>
            <a:off x="893875" y="345600"/>
            <a:ext cx="7375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2">
  <p:cSld name="CUSTOM_14">
    <p:bg>
      <p:bgPr>
        <a:solidFill>
          <a:schemeClr val="accent1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0"/>
          <p:cNvSpPr/>
          <p:nvPr/>
        </p:nvSpPr>
        <p:spPr>
          <a:xfrm>
            <a:off x="3276888" y="995525"/>
            <a:ext cx="2590200" cy="3733200"/>
          </a:xfrm>
          <a:prstGeom prst="roundRect">
            <a:avLst>
              <a:gd fmla="val 553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630200" y="995525"/>
            <a:ext cx="2590200" cy="3733200"/>
          </a:xfrm>
          <a:prstGeom prst="roundRect">
            <a:avLst>
              <a:gd fmla="val 553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1" name="Google Shape;521;p40"/>
          <p:cNvSpPr/>
          <p:nvPr/>
        </p:nvSpPr>
        <p:spPr>
          <a:xfrm>
            <a:off x="5923575" y="995525"/>
            <a:ext cx="2590200" cy="3733200"/>
          </a:xfrm>
          <a:prstGeom prst="roundRect">
            <a:avLst>
              <a:gd fmla="val 553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2694836" y="1668633"/>
            <a:ext cx="1095374" cy="929077"/>
          </a:xfrm>
          <a:custGeom>
            <a:rect b="b" l="l" r="r" t="t"/>
            <a:pathLst>
              <a:path extrusionOk="0" h="14766" w="17409">
                <a:moveTo>
                  <a:pt x="1" y="1"/>
                </a:moveTo>
                <a:lnTo>
                  <a:pt x="1" y="14766"/>
                </a:lnTo>
                <a:cubicBezTo>
                  <a:pt x="1942" y="11420"/>
                  <a:pt x="5323" y="9747"/>
                  <a:pt x="8705" y="9747"/>
                </a:cubicBezTo>
                <a:cubicBezTo>
                  <a:pt x="12086" y="9747"/>
                  <a:pt x="15468" y="11420"/>
                  <a:pt x="17409" y="14766"/>
                </a:cubicBezTo>
                <a:lnTo>
                  <a:pt x="17409" y="1"/>
                </a:lnTo>
                <a:cubicBezTo>
                  <a:pt x="15468" y="3335"/>
                  <a:pt x="12086" y="5002"/>
                  <a:pt x="8705" y="5002"/>
                </a:cubicBezTo>
                <a:cubicBezTo>
                  <a:pt x="5323" y="5002"/>
                  <a:pt x="1942" y="3335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0"/>
          <p:cNvSpPr/>
          <p:nvPr/>
        </p:nvSpPr>
        <p:spPr>
          <a:xfrm>
            <a:off x="5306709" y="1668633"/>
            <a:ext cx="1093927" cy="929077"/>
          </a:xfrm>
          <a:custGeom>
            <a:rect b="b" l="l" r="r" t="t"/>
            <a:pathLst>
              <a:path extrusionOk="0" h="14766" w="17386">
                <a:moveTo>
                  <a:pt x="1" y="1"/>
                </a:moveTo>
                <a:lnTo>
                  <a:pt x="1" y="14766"/>
                </a:lnTo>
                <a:cubicBezTo>
                  <a:pt x="1930" y="11420"/>
                  <a:pt x="5311" y="9747"/>
                  <a:pt x="8693" y="9747"/>
                </a:cubicBezTo>
                <a:cubicBezTo>
                  <a:pt x="12075" y="9747"/>
                  <a:pt x="15456" y="11420"/>
                  <a:pt x="17385" y="14766"/>
                </a:cubicBezTo>
                <a:lnTo>
                  <a:pt x="17385" y="1"/>
                </a:lnTo>
                <a:cubicBezTo>
                  <a:pt x="15456" y="3335"/>
                  <a:pt x="12075" y="5002"/>
                  <a:pt x="8693" y="5002"/>
                </a:cubicBezTo>
                <a:cubicBezTo>
                  <a:pt x="5311" y="5002"/>
                  <a:pt x="1930" y="3335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0"/>
          <p:cNvSpPr/>
          <p:nvPr/>
        </p:nvSpPr>
        <p:spPr>
          <a:xfrm>
            <a:off x="3664301" y="1202650"/>
            <a:ext cx="1859601" cy="1859601"/>
          </a:xfrm>
          <a:custGeom>
            <a:rect b="b" l="l" r="r" t="t"/>
            <a:pathLst>
              <a:path extrusionOk="0" h="29555" w="29555">
                <a:moveTo>
                  <a:pt x="14766" y="0"/>
                </a:moveTo>
                <a:cubicBezTo>
                  <a:pt x="6621" y="0"/>
                  <a:pt x="1" y="6621"/>
                  <a:pt x="1" y="14789"/>
                </a:cubicBezTo>
                <a:cubicBezTo>
                  <a:pt x="1" y="22934"/>
                  <a:pt x="6621" y="29554"/>
                  <a:pt x="14766" y="29554"/>
                </a:cubicBezTo>
                <a:cubicBezTo>
                  <a:pt x="22934" y="29554"/>
                  <a:pt x="29554" y="22934"/>
                  <a:pt x="29554" y="14789"/>
                </a:cubicBezTo>
                <a:cubicBezTo>
                  <a:pt x="29554" y="6621"/>
                  <a:pt x="22934" y="0"/>
                  <a:pt x="1476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0"/>
          <p:cNvSpPr/>
          <p:nvPr/>
        </p:nvSpPr>
        <p:spPr>
          <a:xfrm>
            <a:off x="961212" y="1202650"/>
            <a:ext cx="1859601" cy="1859601"/>
          </a:xfrm>
          <a:custGeom>
            <a:rect b="b" l="l" r="r" t="t"/>
            <a:pathLst>
              <a:path extrusionOk="0" h="29555" w="29555">
                <a:moveTo>
                  <a:pt x="14765" y="0"/>
                </a:moveTo>
                <a:cubicBezTo>
                  <a:pt x="6621" y="0"/>
                  <a:pt x="0" y="6621"/>
                  <a:pt x="0" y="14789"/>
                </a:cubicBezTo>
                <a:cubicBezTo>
                  <a:pt x="0" y="22934"/>
                  <a:pt x="6621" y="29554"/>
                  <a:pt x="14765" y="29554"/>
                </a:cubicBezTo>
                <a:cubicBezTo>
                  <a:pt x="22934" y="29554"/>
                  <a:pt x="29554" y="22934"/>
                  <a:pt x="29554" y="14789"/>
                </a:cubicBezTo>
                <a:cubicBezTo>
                  <a:pt x="29554" y="6621"/>
                  <a:pt x="22934" y="0"/>
                  <a:pt x="147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0"/>
          <p:cNvSpPr/>
          <p:nvPr/>
        </p:nvSpPr>
        <p:spPr>
          <a:xfrm>
            <a:off x="6276174" y="1202650"/>
            <a:ext cx="1858091" cy="1859601"/>
          </a:xfrm>
          <a:custGeom>
            <a:rect b="b" l="l" r="r" t="t"/>
            <a:pathLst>
              <a:path extrusionOk="0" h="29555" w="29531">
                <a:moveTo>
                  <a:pt x="14766" y="0"/>
                </a:moveTo>
                <a:cubicBezTo>
                  <a:pt x="6597" y="0"/>
                  <a:pt x="1" y="6621"/>
                  <a:pt x="1" y="14789"/>
                </a:cubicBezTo>
                <a:cubicBezTo>
                  <a:pt x="1" y="22934"/>
                  <a:pt x="6597" y="29554"/>
                  <a:pt x="14766" y="29554"/>
                </a:cubicBezTo>
                <a:cubicBezTo>
                  <a:pt x="22910" y="29554"/>
                  <a:pt x="29531" y="22934"/>
                  <a:pt x="29531" y="14789"/>
                </a:cubicBezTo>
                <a:cubicBezTo>
                  <a:pt x="29531" y="6621"/>
                  <a:pt x="22910" y="0"/>
                  <a:pt x="147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0"/>
          <p:cNvSpPr/>
          <p:nvPr>
            <p:ph idx="2" type="pic"/>
          </p:nvPr>
        </p:nvSpPr>
        <p:spPr>
          <a:xfrm>
            <a:off x="1018613" y="1260775"/>
            <a:ext cx="1744800" cy="174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28" name="Google Shape;528;p40"/>
          <p:cNvSpPr/>
          <p:nvPr>
            <p:ph idx="3" type="pic"/>
          </p:nvPr>
        </p:nvSpPr>
        <p:spPr>
          <a:xfrm>
            <a:off x="3721688" y="1260775"/>
            <a:ext cx="1744800" cy="174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29" name="Google Shape;529;p40"/>
          <p:cNvSpPr/>
          <p:nvPr>
            <p:ph idx="4" type="pic"/>
          </p:nvPr>
        </p:nvSpPr>
        <p:spPr>
          <a:xfrm>
            <a:off x="6332038" y="1260775"/>
            <a:ext cx="1744800" cy="174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30" name="Google Shape;530;p40"/>
          <p:cNvSpPr txBox="1"/>
          <p:nvPr>
            <p:ph idx="1" type="subTitle"/>
          </p:nvPr>
        </p:nvSpPr>
        <p:spPr>
          <a:xfrm>
            <a:off x="858638" y="3262913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1" name="Google Shape;531;p40"/>
          <p:cNvSpPr txBox="1"/>
          <p:nvPr>
            <p:ph idx="5" type="body"/>
          </p:nvPr>
        </p:nvSpPr>
        <p:spPr>
          <a:xfrm>
            <a:off x="858638" y="3810467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2" name="Google Shape;532;p40"/>
          <p:cNvSpPr txBox="1"/>
          <p:nvPr>
            <p:ph idx="6" type="subTitle"/>
          </p:nvPr>
        </p:nvSpPr>
        <p:spPr>
          <a:xfrm>
            <a:off x="3505325" y="3262913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3" name="Google Shape;533;p40"/>
          <p:cNvSpPr txBox="1"/>
          <p:nvPr>
            <p:ph idx="7" type="body"/>
          </p:nvPr>
        </p:nvSpPr>
        <p:spPr>
          <a:xfrm>
            <a:off x="3505325" y="3810467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4" name="Google Shape;534;p40"/>
          <p:cNvSpPr txBox="1"/>
          <p:nvPr>
            <p:ph idx="8" type="subTitle"/>
          </p:nvPr>
        </p:nvSpPr>
        <p:spPr>
          <a:xfrm>
            <a:off x="6137788" y="3262913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5" name="Google Shape;535;p40"/>
          <p:cNvSpPr txBox="1"/>
          <p:nvPr>
            <p:ph idx="9" type="body"/>
          </p:nvPr>
        </p:nvSpPr>
        <p:spPr>
          <a:xfrm>
            <a:off x="6137788" y="3810467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6" name="Google Shape;536;p40"/>
          <p:cNvSpPr txBox="1"/>
          <p:nvPr>
            <p:ph type="ctrTitle"/>
          </p:nvPr>
        </p:nvSpPr>
        <p:spPr>
          <a:xfrm>
            <a:off x="630200" y="244450"/>
            <a:ext cx="7883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3">
  <p:cSld name="CUSTOM_15">
    <p:bg>
      <p:bgPr>
        <a:solidFill>
          <a:schemeClr val="accent1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1"/>
          <p:cNvSpPr txBox="1"/>
          <p:nvPr>
            <p:ph type="ctrTitle"/>
          </p:nvPr>
        </p:nvSpPr>
        <p:spPr>
          <a:xfrm>
            <a:off x="1101200" y="397013"/>
            <a:ext cx="6940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9" name="Google Shape;539;p41"/>
          <p:cNvSpPr/>
          <p:nvPr/>
        </p:nvSpPr>
        <p:spPr>
          <a:xfrm>
            <a:off x="2701961" y="1879358"/>
            <a:ext cx="1095374" cy="929077"/>
          </a:xfrm>
          <a:custGeom>
            <a:rect b="b" l="l" r="r" t="t"/>
            <a:pathLst>
              <a:path extrusionOk="0" h="14766" w="17409">
                <a:moveTo>
                  <a:pt x="1" y="1"/>
                </a:moveTo>
                <a:lnTo>
                  <a:pt x="1" y="14766"/>
                </a:lnTo>
                <a:cubicBezTo>
                  <a:pt x="1942" y="11420"/>
                  <a:pt x="5323" y="9747"/>
                  <a:pt x="8705" y="9747"/>
                </a:cubicBezTo>
                <a:cubicBezTo>
                  <a:pt x="12086" y="9747"/>
                  <a:pt x="15468" y="11420"/>
                  <a:pt x="17409" y="14766"/>
                </a:cubicBezTo>
                <a:lnTo>
                  <a:pt x="17409" y="1"/>
                </a:lnTo>
                <a:cubicBezTo>
                  <a:pt x="15468" y="3335"/>
                  <a:pt x="12086" y="5002"/>
                  <a:pt x="8705" y="5002"/>
                </a:cubicBezTo>
                <a:cubicBezTo>
                  <a:pt x="5323" y="5002"/>
                  <a:pt x="1942" y="3335"/>
                  <a:pt x="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1"/>
          <p:cNvSpPr/>
          <p:nvPr/>
        </p:nvSpPr>
        <p:spPr>
          <a:xfrm>
            <a:off x="5313834" y="1879358"/>
            <a:ext cx="1093927" cy="929077"/>
          </a:xfrm>
          <a:custGeom>
            <a:rect b="b" l="l" r="r" t="t"/>
            <a:pathLst>
              <a:path extrusionOk="0" h="14766" w="17386">
                <a:moveTo>
                  <a:pt x="1" y="1"/>
                </a:moveTo>
                <a:lnTo>
                  <a:pt x="1" y="14766"/>
                </a:lnTo>
                <a:cubicBezTo>
                  <a:pt x="1930" y="11420"/>
                  <a:pt x="5311" y="9747"/>
                  <a:pt x="8693" y="9747"/>
                </a:cubicBezTo>
                <a:cubicBezTo>
                  <a:pt x="12075" y="9747"/>
                  <a:pt x="15456" y="11420"/>
                  <a:pt x="17385" y="14766"/>
                </a:cubicBezTo>
                <a:lnTo>
                  <a:pt x="17385" y="1"/>
                </a:lnTo>
                <a:cubicBezTo>
                  <a:pt x="15456" y="3335"/>
                  <a:pt x="12075" y="5002"/>
                  <a:pt x="8693" y="5002"/>
                </a:cubicBezTo>
                <a:cubicBezTo>
                  <a:pt x="5311" y="5002"/>
                  <a:pt x="1930" y="3335"/>
                  <a:pt x="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1"/>
          <p:cNvSpPr/>
          <p:nvPr/>
        </p:nvSpPr>
        <p:spPr>
          <a:xfrm>
            <a:off x="3671426" y="1413375"/>
            <a:ext cx="1859601" cy="1859601"/>
          </a:xfrm>
          <a:custGeom>
            <a:rect b="b" l="l" r="r" t="t"/>
            <a:pathLst>
              <a:path extrusionOk="0" h="29555" w="29555">
                <a:moveTo>
                  <a:pt x="14766" y="0"/>
                </a:moveTo>
                <a:cubicBezTo>
                  <a:pt x="6621" y="0"/>
                  <a:pt x="1" y="6621"/>
                  <a:pt x="1" y="14789"/>
                </a:cubicBezTo>
                <a:cubicBezTo>
                  <a:pt x="1" y="22934"/>
                  <a:pt x="6621" y="29554"/>
                  <a:pt x="14766" y="29554"/>
                </a:cubicBezTo>
                <a:cubicBezTo>
                  <a:pt x="22934" y="29554"/>
                  <a:pt x="29554" y="22934"/>
                  <a:pt x="29554" y="14789"/>
                </a:cubicBezTo>
                <a:cubicBezTo>
                  <a:pt x="29554" y="6621"/>
                  <a:pt x="22934" y="0"/>
                  <a:pt x="147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1"/>
          <p:cNvSpPr/>
          <p:nvPr/>
        </p:nvSpPr>
        <p:spPr>
          <a:xfrm>
            <a:off x="968337" y="1413375"/>
            <a:ext cx="1859601" cy="1859601"/>
          </a:xfrm>
          <a:custGeom>
            <a:rect b="b" l="l" r="r" t="t"/>
            <a:pathLst>
              <a:path extrusionOk="0" h="29555" w="29555">
                <a:moveTo>
                  <a:pt x="14765" y="0"/>
                </a:moveTo>
                <a:cubicBezTo>
                  <a:pt x="6621" y="0"/>
                  <a:pt x="0" y="6621"/>
                  <a:pt x="0" y="14789"/>
                </a:cubicBezTo>
                <a:cubicBezTo>
                  <a:pt x="0" y="22934"/>
                  <a:pt x="6621" y="29554"/>
                  <a:pt x="14765" y="29554"/>
                </a:cubicBezTo>
                <a:cubicBezTo>
                  <a:pt x="22934" y="29554"/>
                  <a:pt x="29554" y="22934"/>
                  <a:pt x="29554" y="14789"/>
                </a:cubicBezTo>
                <a:cubicBezTo>
                  <a:pt x="29554" y="6621"/>
                  <a:pt x="22934" y="0"/>
                  <a:pt x="147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1"/>
          <p:cNvSpPr/>
          <p:nvPr/>
        </p:nvSpPr>
        <p:spPr>
          <a:xfrm>
            <a:off x="6283299" y="1413375"/>
            <a:ext cx="1858091" cy="1859601"/>
          </a:xfrm>
          <a:custGeom>
            <a:rect b="b" l="l" r="r" t="t"/>
            <a:pathLst>
              <a:path extrusionOk="0" h="29555" w="29531">
                <a:moveTo>
                  <a:pt x="14766" y="0"/>
                </a:moveTo>
                <a:cubicBezTo>
                  <a:pt x="6597" y="0"/>
                  <a:pt x="1" y="6621"/>
                  <a:pt x="1" y="14789"/>
                </a:cubicBezTo>
                <a:cubicBezTo>
                  <a:pt x="1" y="22934"/>
                  <a:pt x="6597" y="29554"/>
                  <a:pt x="14766" y="29554"/>
                </a:cubicBezTo>
                <a:cubicBezTo>
                  <a:pt x="22910" y="29554"/>
                  <a:pt x="29531" y="22934"/>
                  <a:pt x="29531" y="14789"/>
                </a:cubicBezTo>
                <a:cubicBezTo>
                  <a:pt x="29531" y="6621"/>
                  <a:pt x="22910" y="0"/>
                  <a:pt x="147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230100" lIns="230100" spcFirstLastPara="1" rIns="230100" wrap="square" tIns="23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1"/>
          <p:cNvSpPr/>
          <p:nvPr>
            <p:ph idx="2" type="pic"/>
          </p:nvPr>
        </p:nvSpPr>
        <p:spPr>
          <a:xfrm>
            <a:off x="1025738" y="1471500"/>
            <a:ext cx="1744800" cy="174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5" name="Google Shape;545;p41"/>
          <p:cNvSpPr/>
          <p:nvPr>
            <p:ph idx="3" type="pic"/>
          </p:nvPr>
        </p:nvSpPr>
        <p:spPr>
          <a:xfrm>
            <a:off x="3728813" y="1471500"/>
            <a:ext cx="1744800" cy="174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6" name="Google Shape;546;p41"/>
          <p:cNvSpPr/>
          <p:nvPr>
            <p:ph idx="4" type="pic"/>
          </p:nvPr>
        </p:nvSpPr>
        <p:spPr>
          <a:xfrm>
            <a:off x="6339163" y="1471500"/>
            <a:ext cx="1744800" cy="174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7" name="Google Shape;547;p41"/>
          <p:cNvSpPr txBox="1"/>
          <p:nvPr>
            <p:ph idx="1" type="subTitle"/>
          </p:nvPr>
        </p:nvSpPr>
        <p:spPr>
          <a:xfrm>
            <a:off x="865763" y="3423038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8" name="Google Shape;548;p41"/>
          <p:cNvSpPr txBox="1"/>
          <p:nvPr>
            <p:ph idx="5" type="body"/>
          </p:nvPr>
        </p:nvSpPr>
        <p:spPr>
          <a:xfrm>
            <a:off x="865763" y="3970592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9" name="Google Shape;549;p41"/>
          <p:cNvSpPr txBox="1"/>
          <p:nvPr>
            <p:ph idx="6" type="subTitle"/>
          </p:nvPr>
        </p:nvSpPr>
        <p:spPr>
          <a:xfrm>
            <a:off x="3512450" y="3423038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0" name="Google Shape;550;p41"/>
          <p:cNvSpPr txBox="1"/>
          <p:nvPr>
            <p:ph idx="7" type="body"/>
          </p:nvPr>
        </p:nvSpPr>
        <p:spPr>
          <a:xfrm>
            <a:off x="3512450" y="3970592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1" name="Google Shape;551;p41"/>
          <p:cNvSpPr txBox="1"/>
          <p:nvPr>
            <p:ph idx="8" type="subTitle"/>
          </p:nvPr>
        </p:nvSpPr>
        <p:spPr>
          <a:xfrm>
            <a:off x="6144913" y="3423038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2" name="Google Shape;552;p41"/>
          <p:cNvSpPr txBox="1"/>
          <p:nvPr>
            <p:ph idx="9" type="body"/>
          </p:nvPr>
        </p:nvSpPr>
        <p:spPr>
          <a:xfrm>
            <a:off x="6144913" y="3970592"/>
            <a:ext cx="2133300" cy="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1">
  <p:cSld name="CUSTOM_16">
    <p:bg>
      <p:bgPr>
        <a:solidFill>
          <a:schemeClr val="accent1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2"/>
          <p:cNvSpPr/>
          <p:nvPr/>
        </p:nvSpPr>
        <p:spPr>
          <a:xfrm>
            <a:off x="884651" y="1494062"/>
            <a:ext cx="1104938" cy="1104439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75900" lIns="75900" spcFirstLastPara="1" rIns="75900" wrap="square" tIns="7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42"/>
          <p:cNvSpPr/>
          <p:nvPr/>
        </p:nvSpPr>
        <p:spPr>
          <a:xfrm>
            <a:off x="890565" y="2324228"/>
            <a:ext cx="301954" cy="297513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75900" lIns="75900" spcFirstLastPara="1" rIns="75900" wrap="square" tIns="7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2"/>
          <p:cNvSpPr/>
          <p:nvPr/>
        </p:nvSpPr>
        <p:spPr>
          <a:xfrm>
            <a:off x="814474" y="2492739"/>
            <a:ext cx="212501" cy="212003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75900" lIns="75900" spcFirstLastPara="1" rIns="75900" wrap="square" tIns="7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2"/>
          <p:cNvSpPr/>
          <p:nvPr>
            <p:ph idx="2" type="pic"/>
          </p:nvPr>
        </p:nvSpPr>
        <p:spPr>
          <a:xfrm>
            <a:off x="948643" y="1555262"/>
            <a:ext cx="964200" cy="964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8" name="Google Shape;558;p42"/>
          <p:cNvSpPr txBox="1"/>
          <p:nvPr>
            <p:ph idx="1" type="subTitle"/>
          </p:nvPr>
        </p:nvSpPr>
        <p:spPr>
          <a:xfrm>
            <a:off x="2137069" y="1620750"/>
            <a:ext cx="20958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9" name="Google Shape;559;p42"/>
          <p:cNvSpPr txBox="1"/>
          <p:nvPr>
            <p:ph idx="3" type="body"/>
          </p:nvPr>
        </p:nvSpPr>
        <p:spPr>
          <a:xfrm>
            <a:off x="2137069" y="2067876"/>
            <a:ext cx="20958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60" name="Google Shape;560;p42"/>
          <p:cNvGrpSpPr/>
          <p:nvPr/>
        </p:nvGrpSpPr>
        <p:grpSpPr>
          <a:xfrm>
            <a:off x="4927924" y="1494062"/>
            <a:ext cx="1175114" cy="1210679"/>
            <a:chOff x="1770575" y="988350"/>
            <a:chExt cx="1415800" cy="1458650"/>
          </a:xfrm>
        </p:grpSpPr>
        <p:sp>
          <p:nvSpPr>
            <p:cNvPr id="561" name="Google Shape;561;p42"/>
            <p:cNvSpPr/>
            <p:nvPr/>
          </p:nvSpPr>
          <p:spPr>
            <a:xfrm>
              <a:off x="1855125" y="988350"/>
              <a:ext cx="1331250" cy="1330650"/>
            </a:xfrm>
            <a:custGeom>
              <a:rect b="b" l="l" r="r" t="t"/>
              <a:pathLst>
                <a:path extrusionOk="0" h="53226" w="53250">
                  <a:moveTo>
                    <a:pt x="26625" y="1"/>
                  </a:moveTo>
                  <a:cubicBezTo>
                    <a:pt x="11907" y="1"/>
                    <a:pt x="0" y="11908"/>
                    <a:pt x="0" y="26625"/>
                  </a:cubicBezTo>
                  <a:cubicBezTo>
                    <a:pt x="0" y="41319"/>
                    <a:pt x="11907" y="53226"/>
                    <a:pt x="26625" y="53226"/>
                  </a:cubicBezTo>
                  <a:cubicBezTo>
                    <a:pt x="41318" y="53226"/>
                    <a:pt x="53249" y="41319"/>
                    <a:pt x="53249" y="26625"/>
                  </a:cubicBezTo>
                  <a:cubicBezTo>
                    <a:pt x="53249" y="11908"/>
                    <a:pt x="41318" y="1"/>
                    <a:pt x="266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2"/>
            <p:cNvSpPr/>
            <p:nvPr/>
          </p:nvSpPr>
          <p:spPr>
            <a:xfrm>
              <a:off x="1862250" y="1988550"/>
              <a:ext cx="363800" cy="358450"/>
            </a:xfrm>
            <a:custGeom>
              <a:rect b="b" l="l" r="r" t="t"/>
              <a:pathLst>
                <a:path extrusionOk="0" h="14338" w="14552">
                  <a:moveTo>
                    <a:pt x="3311" y="1"/>
                  </a:moveTo>
                  <a:lnTo>
                    <a:pt x="3311" y="1"/>
                  </a:lnTo>
                  <a:cubicBezTo>
                    <a:pt x="5169" y="3192"/>
                    <a:pt x="3549" y="7288"/>
                    <a:pt x="1" y="8336"/>
                  </a:cubicBezTo>
                  <a:lnTo>
                    <a:pt x="6455" y="14337"/>
                  </a:lnTo>
                  <a:cubicBezTo>
                    <a:pt x="7064" y="11632"/>
                    <a:pt x="9453" y="9883"/>
                    <a:pt x="12018" y="9883"/>
                  </a:cubicBezTo>
                  <a:cubicBezTo>
                    <a:pt x="12863" y="9883"/>
                    <a:pt x="13726" y="10072"/>
                    <a:pt x="14552" y="10479"/>
                  </a:cubicBezTo>
                  <a:lnTo>
                    <a:pt x="33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2"/>
            <p:cNvSpPr/>
            <p:nvPr/>
          </p:nvSpPr>
          <p:spPr>
            <a:xfrm>
              <a:off x="1770575" y="2191575"/>
              <a:ext cx="256025" cy="255425"/>
            </a:xfrm>
            <a:custGeom>
              <a:rect b="b" l="l" r="r" t="t"/>
              <a:pathLst>
                <a:path extrusionOk="0" h="10217" w="10241">
                  <a:moveTo>
                    <a:pt x="5121" y="1"/>
                  </a:moveTo>
                  <a:cubicBezTo>
                    <a:pt x="2310" y="1"/>
                    <a:pt x="0" y="2287"/>
                    <a:pt x="0" y="5121"/>
                  </a:cubicBezTo>
                  <a:cubicBezTo>
                    <a:pt x="0" y="7931"/>
                    <a:pt x="2310" y="10217"/>
                    <a:pt x="5121" y="10217"/>
                  </a:cubicBezTo>
                  <a:cubicBezTo>
                    <a:pt x="7955" y="10217"/>
                    <a:pt x="10241" y="7931"/>
                    <a:pt x="10241" y="5121"/>
                  </a:cubicBezTo>
                  <a:cubicBezTo>
                    <a:pt x="10241" y="2287"/>
                    <a:pt x="7955" y="1"/>
                    <a:pt x="51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4" name="Google Shape;564;p42"/>
          <p:cNvSpPr/>
          <p:nvPr>
            <p:ph idx="4" type="pic"/>
          </p:nvPr>
        </p:nvSpPr>
        <p:spPr>
          <a:xfrm>
            <a:off x="5062093" y="1555262"/>
            <a:ext cx="964200" cy="964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5" name="Google Shape;565;p42"/>
          <p:cNvSpPr txBox="1"/>
          <p:nvPr>
            <p:ph idx="5" type="subTitle"/>
          </p:nvPr>
        </p:nvSpPr>
        <p:spPr>
          <a:xfrm>
            <a:off x="6250490" y="1620750"/>
            <a:ext cx="20880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6" name="Google Shape;566;p42"/>
          <p:cNvSpPr txBox="1"/>
          <p:nvPr>
            <p:ph idx="6" type="body"/>
          </p:nvPr>
        </p:nvSpPr>
        <p:spPr>
          <a:xfrm>
            <a:off x="6250490" y="2067876"/>
            <a:ext cx="20880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67" name="Google Shape;567;p42"/>
          <p:cNvGrpSpPr/>
          <p:nvPr/>
        </p:nvGrpSpPr>
        <p:grpSpPr>
          <a:xfrm>
            <a:off x="805624" y="3315437"/>
            <a:ext cx="1175114" cy="1210679"/>
            <a:chOff x="1770575" y="988350"/>
            <a:chExt cx="1415800" cy="1458650"/>
          </a:xfrm>
        </p:grpSpPr>
        <p:sp>
          <p:nvSpPr>
            <p:cNvPr id="568" name="Google Shape;568;p42"/>
            <p:cNvSpPr/>
            <p:nvPr/>
          </p:nvSpPr>
          <p:spPr>
            <a:xfrm>
              <a:off x="1855125" y="988350"/>
              <a:ext cx="1331250" cy="1330650"/>
            </a:xfrm>
            <a:custGeom>
              <a:rect b="b" l="l" r="r" t="t"/>
              <a:pathLst>
                <a:path extrusionOk="0" h="53226" w="53250">
                  <a:moveTo>
                    <a:pt x="26625" y="1"/>
                  </a:moveTo>
                  <a:cubicBezTo>
                    <a:pt x="11907" y="1"/>
                    <a:pt x="0" y="11908"/>
                    <a:pt x="0" y="26625"/>
                  </a:cubicBezTo>
                  <a:cubicBezTo>
                    <a:pt x="0" y="41319"/>
                    <a:pt x="11907" y="53226"/>
                    <a:pt x="26625" y="53226"/>
                  </a:cubicBezTo>
                  <a:cubicBezTo>
                    <a:pt x="41318" y="53226"/>
                    <a:pt x="53249" y="41319"/>
                    <a:pt x="53249" y="26625"/>
                  </a:cubicBezTo>
                  <a:cubicBezTo>
                    <a:pt x="53249" y="11908"/>
                    <a:pt x="41318" y="1"/>
                    <a:pt x="266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2"/>
            <p:cNvSpPr/>
            <p:nvPr/>
          </p:nvSpPr>
          <p:spPr>
            <a:xfrm>
              <a:off x="1862250" y="1988550"/>
              <a:ext cx="363800" cy="358450"/>
            </a:xfrm>
            <a:custGeom>
              <a:rect b="b" l="l" r="r" t="t"/>
              <a:pathLst>
                <a:path extrusionOk="0" h="14338" w="14552">
                  <a:moveTo>
                    <a:pt x="3311" y="1"/>
                  </a:moveTo>
                  <a:lnTo>
                    <a:pt x="3311" y="1"/>
                  </a:lnTo>
                  <a:cubicBezTo>
                    <a:pt x="5169" y="3192"/>
                    <a:pt x="3549" y="7288"/>
                    <a:pt x="1" y="8336"/>
                  </a:cubicBezTo>
                  <a:lnTo>
                    <a:pt x="6455" y="14337"/>
                  </a:lnTo>
                  <a:cubicBezTo>
                    <a:pt x="7064" y="11632"/>
                    <a:pt x="9453" y="9883"/>
                    <a:pt x="12018" y="9883"/>
                  </a:cubicBezTo>
                  <a:cubicBezTo>
                    <a:pt x="12863" y="9883"/>
                    <a:pt x="13726" y="10072"/>
                    <a:pt x="14552" y="10479"/>
                  </a:cubicBezTo>
                  <a:lnTo>
                    <a:pt x="33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2"/>
            <p:cNvSpPr/>
            <p:nvPr/>
          </p:nvSpPr>
          <p:spPr>
            <a:xfrm>
              <a:off x="1770575" y="2191575"/>
              <a:ext cx="256025" cy="255425"/>
            </a:xfrm>
            <a:custGeom>
              <a:rect b="b" l="l" r="r" t="t"/>
              <a:pathLst>
                <a:path extrusionOk="0" h="10217" w="10241">
                  <a:moveTo>
                    <a:pt x="5121" y="1"/>
                  </a:moveTo>
                  <a:cubicBezTo>
                    <a:pt x="2310" y="1"/>
                    <a:pt x="0" y="2287"/>
                    <a:pt x="0" y="5121"/>
                  </a:cubicBezTo>
                  <a:cubicBezTo>
                    <a:pt x="0" y="7931"/>
                    <a:pt x="2310" y="10217"/>
                    <a:pt x="5121" y="10217"/>
                  </a:cubicBezTo>
                  <a:cubicBezTo>
                    <a:pt x="7955" y="10217"/>
                    <a:pt x="10241" y="7931"/>
                    <a:pt x="10241" y="5121"/>
                  </a:cubicBezTo>
                  <a:cubicBezTo>
                    <a:pt x="10241" y="2287"/>
                    <a:pt x="7955" y="1"/>
                    <a:pt x="51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42"/>
          <p:cNvSpPr/>
          <p:nvPr>
            <p:ph idx="7" type="pic"/>
          </p:nvPr>
        </p:nvSpPr>
        <p:spPr>
          <a:xfrm>
            <a:off x="939793" y="3376637"/>
            <a:ext cx="964200" cy="964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2" name="Google Shape;572;p42"/>
          <p:cNvSpPr txBox="1"/>
          <p:nvPr>
            <p:ph idx="8" type="subTitle"/>
          </p:nvPr>
        </p:nvSpPr>
        <p:spPr>
          <a:xfrm>
            <a:off x="2129125" y="3442124"/>
            <a:ext cx="20958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3" name="Google Shape;573;p42"/>
          <p:cNvSpPr txBox="1"/>
          <p:nvPr>
            <p:ph idx="9" type="body"/>
          </p:nvPr>
        </p:nvSpPr>
        <p:spPr>
          <a:xfrm>
            <a:off x="2129125" y="3889250"/>
            <a:ext cx="20958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74" name="Google Shape;574;p42"/>
          <p:cNvGrpSpPr/>
          <p:nvPr/>
        </p:nvGrpSpPr>
        <p:grpSpPr>
          <a:xfrm>
            <a:off x="4919074" y="3315437"/>
            <a:ext cx="1175114" cy="1210679"/>
            <a:chOff x="1770575" y="988350"/>
            <a:chExt cx="1415800" cy="1458650"/>
          </a:xfrm>
        </p:grpSpPr>
        <p:sp>
          <p:nvSpPr>
            <p:cNvPr id="575" name="Google Shape;575;p42"/>
            <p:cNvSpPr/>
            <p:nvPr/>
          </p:nvSpPr>
          <p:spPr>
            <a:xfrm>
              <a:off x="1855125" y="988350"/>
              <a:ext cx="1331250" cy="1330650"/>
            </a:xfrm>
            <a:custGeom>
              <a:rect b="b" l="l" r="r" t="t"/>
              <a:pathLst>
                <a:path extrusionOk="0" h="53226" w="53250">
                  <a:moveTo>
                    <a:pt x="26625" y="1"/>
                  </a:moveTo>
                  <a:cubicBezTo>
                    <a:pt x="11907" y="1"/>
                    <a:pt x="0" y="11908"/>
                    <a:pt x="0" y="26625"/>
                  </a:cubicBezTo>
                  <a:cubicBezTo>
                    <a:pt x="0" y="41319"/>
                    <a:pt x="11907" y="53226"/>
                    <a:pt x="26625" y="53226"/>
                  </a:cubicBezTo>
                  <a:cubicBezTo>
                    <a:pt x="41318" y="53226"/>
                    <a:pt x="53249" y="41319"/>
                    <a:pt x="53249" y="26625"/>
                  </a:cubicBezTo>
                  <a:cubicBezTo>
                    <a:pt x="53249" y="11908"/>
                    <a:pt x="41318" y="1"/>
                    <a:pt x="266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2"/>
            <p:cNvSpPr/>
            <p:nvPr/>
          </p:nvSpPr>
          <p:spPr>
            <a:xfrm>
              <a:off x="1862250" y="1988550"/>
              <a:ext cx="363800" cy="358450"/>
            </a:xfrm>
            <a:custGeom>
              <a:rect b="b" l="l" r="r" t="t"/>
              <a:pathLst>
                <a:path extrusionOk="0" h="14338" w="14552">
                  <a:moveTo>
                    <a:pt x="3311" y="1"/>
                  </a:moveTo>
                  <a:lnTo>
                    <a:pt x="3311" y="1"/>
                  </a:lnTo>
                  <a:cubicBezTo>
                    <a:pt x="5169" y="3192"/>
                    <a:pt x="3549" y="7288"/>
                    <a:pt x="1" y="8336"/>
                  </a:cubicBezTo>
                  <a:lnTo>
                    <a:pt x="6455" y="14337"/>
                  </a:lnTo>
                  <a:cubicBezTo>
                    <a:pt x="7064" y="11632"/>
                    <a:pt x="9453" y="9883"/>
                    <a:pt x="12018" y="9883"/>
                  </a:cubicBezTo>
                  <a:cubicBezTo>
                    <a:pt x="12863" y="9883"/>
                    <a:pt x="13726" y="10072"/>
                    <a:pt x="14552" y="10479"/>
                  </a:cubicBezTo>
                  <a:lnTo>
                    <a:pt x="33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2"/>
            <p:cNvSpPr/>
            <p:nvPr/>
          </p:nvSpPr>
          <p:spPr>
            <a:xfrm>
              <a:off x="1770575" y="2191575"/>
              <a:ext cx="256025" cy="255425"/>
            </a:xfrm>
            <a:custGeom>
              <a:rect b="b" l="l" r="r" t="t"/>
              <a:pathLst>
                <a:path extrusionOk="0" h="10217" w="10241">
                  <a:moveTo>
                    <a:pt x="5121" y="1"/>
                  </a:moveTo>
                  <a:cubicBezTo>
                    <a:pt x="2310" y="1"/>
                    <a:pt x="0" y="2287"/>
                    <a:pt x="0" y="5121"/>
                  </a:cubicBezTo>
                  <a:cubicBezTo>
                    <a:pt x="0" y="7931"/>
                    <a:pt x="2310" y="10217"/>
                    <a:pt x="5121" y="10217"/>
                  </a:cubicBezTo>
                  <a:cubicBezTo>
                    <a:pt x="7955" y="10217"/>
                    <a:pt x="10241" y="7931"/>
                    <a:pt x="10241" y="5121"/>
                  </a:cubicBezTo>
                  <a:cubicBezTo>
                    <a:pt x="10241" y="2287"/>
                    <a:pt x="7955" y="1"/>
                    <a:pt x="51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8" name="Google Shape;578;p42"/>
          <p:cNvSpPr/>
          <p:nvPr>
            <p:ph idx="13" type="pic"/>
          </p:nvPr>
        </p:nvSpPr>
        <p:spPr>
          <a:xfrm>
            <a:off x="5053243" y="3376637"/>
            <a:ext cx="964200" cy="964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9" name="Google Shape;579;p42"/>
          <p:cNvSpPr txBox="1"/>
          <p:nvPr>
            <p:ph idx="14" type="subTitle"/>
          </p:nvPr>
        </p:nvSpPr>
        <p:spPr>
          <a:xfrm>
            <a:off x="6242576" y="3442124"/>
            <a:ext cx="20880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0" name="Google Shape;580;p42"/>
          <p:cNvSpPr txBox="1"/>
          <p:nvPr>
            <p:ph idx="15" type="body"/>
          </p:nvPr>
        </p:nvSpPr>
        <p:spPr>
          <a:xfrm>
            <a:off x="6242576" y="3889250"/>
            <a:ext cx="2088000" cy="3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1" name="Google Shape;581;p42"/>
          <p:cNvSpPr txBox="1"/>
          <p:nvPr>
            <p:ph type="ctrTitle"/>
          </p:nvPr>
        </p:nvSpPr>
        <p:spPr>
          <a:xfrm>
            <a:off x="630200" y="404600"/>
            <a:ext cx="7883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82" name="Google Shape;582;p42"/>
          <p:cNvGrpSpPr/>
          <p:nvPr/>
        </p:nvGrpSpPr>
        <p:grpSpPr>
          <a:xfrm>
            <a:off x="7998229" y="362481"/>
            <a:ext cx="863409" cy="701426"/>
            <a:chOff x="1898575" y="3185825"/>
            <a:chExt cx="1316975" cy="1069900"/>
          </a:xfrm>
        </p:grpSpPr>
        <p:sp>
          <p:nvSpPr>
            <p:cNvPr id="583" name="Google Shape;583;p42"/>
            <p:cNvSpPr/>
            <p:nvPr/>
          </p:nvSpPr>
          <p:spPr>
            <a:xfrm>
              <a:off x="2474900" y="3515050"/>
              <a:ext cx="740650" cy="740675"/>
            </a:xfrm>
            <a:custGeom>
              <a:rect b="b" l="l" r="r" t="t"/>
              <a:pathLst>
                <a:path extrusionOk="0" h="29627" w="29626">
                  <a:moveTo>
                    <a:pt x="14813" y="1"/>
                  </a:moveTo>
                  <a:cubicBezTo>
                    <a:pt x="6620" y="1"/>
                    <a:pt x="0" y="6621"/>
                    <a:pt x="0" y="14813"/>
                  </a:cubicBezTo>
                  <a:cubicBezTo>
                    <a:pt x="0" y="23006"/>
                    <a:pt x="6620" y="29626"/>
                    <a:pt x="14813" y="29626"/>
                  </a:cubicBezTo>
                  <a:cubicBezTo>
                    <a:pt x="23005" y="29626"/>
                    <a:pt x="29625" y="23006"/>
                    <a:pt x="29625" y="14813"/>
                  </a:cubicBezTo>
                  <a:cubicBezTo>
                    <a:pt x="29625" y="6621"/>
                    <a:pt x="23005" y="1"/>
                    <a:pt x="148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9950" lIns="59950" spcFirstLastPara="1" rIns="59950" wrap="square" tIns="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2"/>
            <p:cNvSpPr/>
            <p:nvPr/>
          </p:nvSpPr>
          <p:spPr>
            <a:xfrm>
              <a:off x="2170075" y="3376350"/>
              <a:ext cx="492975" cy="465000"/>
            </a:xfrm>
            <a:custGeom>
              <a:rect b="b" l="l" r="r" t="t"/>
              <a:pathLst>
                <a:path extrusionOk="0" h="18600" w="19719">
                  <a:moveTo>
                    <a:pt x="5668" y="0"/>
                  </a:moveTo>
                  <a:lnTo>
                    <a:pt x="0" y="8502"/>
                  </a:lnTo>
                  <a:cubicBezTo>
                    <a:pt x="993" y="8177"/>
                    <a:pt x="1987" y="8025"/>
                    <a:pt x="2955" y="8025"/>
                  </a:cubicBezTo>
                  <a:cubicBezTo>
                    <a:pt x="8372" y="8025"/>
                    <a:pt x="12995" y="12781"/>
                    <a:pt x="12288" y="18599"/>
                  </a:cubicBezTo>
                  <a:lnTo>
                    <a:pt x="12312" y="18599"/>
                  </a:lnTo>
                  <a:lnTo>
                    <a:pt x="19718" y="7478"/>
                  </a:lnTo>
                  <a:lnTo>
                    <a:pt x="19718" y="7478"/>
                  </a:lnTo>
                  <a:cubicBezTo>
                    <a:pt x="18225" y="8325"/>
                    <a:pt x="16638" y="8714"/>
                    <a:pt x="15087" y="8714"/>
                  </a:cubicBezTo>
                  <a:cubicBezTo>
                    <a:pt x="10406" y="8714"/>
                    <a:pt x="6061" y="5170"/>
                    <a:pt x="5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9950" lIns="59950" spcFirstLastPara="1" rIns="59950" wrap="square" tIns="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2"/>
            <p:cNvSpPr/>
            <p:nvPr/>
          </p:nvSpPr>
          <p:spPr>
            <a:xfrm>
              <a:off x="1898575" y="3185825"/>
              <a:ext cx="413800" cy="413800"/>
            </a:xfrm>
            <a:custGeom>
              <a:rect b="b" l="l" r="r" t="t"/>
              <a:pathLst>
                <a:path extrusionOk="0" h="16552" w="16552">
                  <a:moveTo>
                    <a:pt x="8264" y="1"/>
                  </a:moveTo>
                  <a:cubicBezTo>
                    <a:pt x="3716" y="1"/>
                    <a:pt x="1" y="3716"/>
                    <a:pt x="1" y="8264"/>
                  </a:cubicBezTo>
                  <a:cubicBezTo>
                    <a:pt x="1" y="12837"/>
                    <a:pt x="3716" y="16552"/>
                    <a:pt x="8264" y="16552"/>
                  </a:cubicBezTo>
                  <a:cubicBezTo>
                    <a:pt x="12837" y="16552"/>
                    <a:pt x="16552" y="12837"/>
                    <a:pt x="16552" y="8264"/>
                  </a:cubicBezTo>
                  <a:cubicBezTo>
                    <a:pt x="16552" y="3716"/>
                    <a:pt x="12837" y="1"/>
                    <a:pt x="82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9950" lIns="59950" spcFirstLastPara="1" rIns="59950" wrap="square" tIns="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2">
  <p:cSld name="CUSTOM_17">
    <p:bg>
      <p:bgPr>
        <a:solidFill>
          <a:schemeClr val="accent1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3"/>
          <p:cNvSpPr/>
          <p:nvPr/>
        </p:nvSpPr>
        <p:spPr>
          <a:xfrm>
            <a:off x="1189150" y="1389600"/>
            <a:ext cx="3144600" cy="1375200"/>
          </a:xfrm>
          <a:prstGeom prst="roundRect">
            <a:avLst>
              <a:gd fmla="val 1000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3"/>
          <p:cNvSpPr txBox="1"/>
          <p:nvPr>
            <p:ph idx="1" type="subTitle"/>
          </p:nvPr>
        </p:nvSpPr>
        <p:spPr>
          <a:xfrm>
            <a:off x="2101025" y="1587400"/>
            <a:ext cx="20388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9" name="Google Shape;589;p43"/>
          <p:cNvSpPr txBox="1"/>
          <p:nvPr>
            <p:ph idx="2" type="body"/>
          </p:nvPr>
        </p:nvSpPr>
        <p:spPr>
          <a:xfrm>
            <a:off x="2101025" y="2117573"/>
            <a:ext cx="20388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43"/>
          <p:cNvSpPr txBox="1"/>
          <p:nvPr>
            <p:ph type="ctrTitle"/>
          </p:nvPr>
        </p:nvSpPr>
        <p:spPr>
          <a:xfrm>
            <a:off x="723600" y="468300"/>
            <a:ext cx="7698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1" name="Google Shape;591;p43"/>
          <p:cNvSpPr/>
          <p:nvPr/>
        </p:nvSpPr>
        <p:spPr>
          <a:xfrm>
            <a:off x="816325" y="1516262"/>
            <a:ext cx="1122377" cy="1121871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77100" lIns="77100" spcFirstLastPara="1" rIns="77100" wrap="square" tIns="7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2"/>
          </a:p>
        </p:txBody>
      </p:sp>
      <p:sp>
        <p:nvSpPr>
          <p:cNvPr id="592" name="Google Shape;592;p43"/>
          <p:cNvSpPr/>
          <p:nvPr>
            <p:ph idx="3" type="pic"/>
          </p:nvPr>
        </p:nvSpPr>
        <p:spPr>
          <a:xfrm>
            <a:off x="881328" y="1587455"/>
            <a:ext cx="979500" cy="97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93" name="Google Shape;593;p43"/>
          <p:cNvSpPr/>
          <p:nvPr/>
        </p:nvSpPr>
        <p:spPr>
          <a:xfrm>
            <a:off x="1189150" y="3307100"/>
            <a:ext cx="3144600" cy="1375200"/>
          </a:xfrm>
          <a:prstGeom prst="roundRect">
            <a:avLst>
              <a:gd fmla="val 1000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3"/>
          <p:cNvSpPr/>
          <p:nvPr/>
        </p:nvSpPr>
        <p:spPr>
          <a:xfrm>
            <a:off x="816325" y="3433762"/>
            <a:ext cx="1122377" cy="1121871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77100" lIns="77100" spcFirstLastPara="1" rIns="77100" wrap="square" tIns="7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2"/>
          </a:p>
        </p:txBody>
      </p:sp>
      <p:sp>
        <p:nvSpPr>
          <p:cNvPr id="595" name="Google Shape;595;p43"/>
          <p:cNvSpPr/>
          <p:nvPr>
            <p:ph idx="4" type="pic"/>
          </p:nvPr>
        </p:nvSpPr>
        <p:spPr>
          <a:xfrm>
            <a:off x="881328" y="3504955"/>
            <a:ext cx="979500" cy="97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96" name="Google Shape;596;p43"/>
          <p:cNvSpPr/>
          <p:nvPr/>
        </p:nvSpPr>
        <p:spPr>
          <a:xfrm>
            <a:off x="5277825" y="3307088"/>
            <a:ext cx="3144600" cy="1375200"/>
          </a:xfrm>
          <a:prstGeom prst="roundRect">
            <a:avLst>
              <a:gd fmla="val 1000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3"/>
          <p:cNvSpPr/>
          <p:nvPr/>
        </p:nvSpPr>
        <p:spPr>
          <a:xfrm>
            <a:off x="4905000" y="3433750"/>
            <a:ext cx="1122377" cy="1121871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77100" lIns="77100" spcFirstLastPara="1" rIns="77100" wrap="square" tIns="7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2"/>
          </a:p>
        </p:txBody>
      </p:sp>
      <p:sp>
        <p:nvSpPr>
          <p:cNvPr id="598" name="Google Shape;598;p43"/>
          <p:cNvSpPr/>
          <p:nvPr>
            <p:ph idx="5" type="pic"/>
          </p:nvPr>
        </p:nvSpPr>
        <p:spPr>
          <a:xfrm>
            <a:off x="4970003" y="3504943"/>
            <a:ext cx="979500" cy="97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99" name="Google Shape;599;p43"/>
          <p:cNvSpPr/>
          <p:nvPr/>
        </p:nvSpPr>
        <p:spPr>
          <a:xfrm>
            <a:off x="5277825" y="1389588"/>
            <a:ext cx="3144600" cy="1375200"/>
          </a:xfrm>
          <a:prstGeom prst="roundRect">
            <a:avLst>
              <a:gd fmla="val 1000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3"/>
          <p:cNvSpPr/>
          <p:nvPr/>
        </p:nvSpPr>
        <p:spPr>
          <a:xfrm>
            <a:off x="4905000" y="1516250"/>
            <a:ext cx="1122377" cy="1121871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77100" lIns="77100" spcFirstLastPara="1" rIns="77100" wrap="square" tIns="7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2"/>
          </a:p>
        </p:txBody>
      </p:sp>
      <p:sp>
        <p:nvSpPr>
          <p:cNvPr id="601" name="Google Shape;601;p43"/>
          <p:cNvSpPr/>
          <p:nvPr>
            <p:ph idx="6" type="pic"/>
          </p:nvPr>
        </p:nvSpPr>
        <p:spPr>
          <a:xfrm>
            <a:off x="4970003" y="1587443"/>
            <a:ext cx="979500" cy="97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2" name="Google Shape;602;p43"/>
          <p:cNvSpPr txBox="1"/>
          <p:nvPr>
            <p:ph idx="7" type="subTitle"/>
          </p:nvPr>
        </p:nvSpPr>
        <p:spPr>
          <a:xfrm>
            <a:off x="6189700" y="1587400"/>
            <a:ext cx="20388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3" name="Google Shape;603;p43"/>
          <p:cNvSpPr txBox="1"/>
          <p:nvPr>
            <p:ph idx="8" type="body"/>
          </p:nvPr>
        </p:nvSpPr>
        <p:spPr>
          <a:xfrm>
            <a:off x="6189700" y="2117573"/>
            <a:ext cx="20388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4" name="Google Shape;604;p43"/>
          <p:cNvSpPr txBox="1"/>
          <p:nvPr>
            <p:ph idx="9" type="subTitle"/>
          </p:nvPr>
        </p:nvSpPr>
        <p:spPr>
          <a:xfrm>
            <a:off x="2101025" y="3504913"/>
            <a:ext cx="20388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5" name="Google Shape;605;p43"/>
          <p:cNvSpPr txBox="1"/>
          <p:nvPr>
            <p:ph idx="13" type="body"/>
          </p:nvPr>
        </p:nvSpPr>
        <p:spPr>
          <a:xfrm>
            <a:off x="2101025" y="4035086"/>
            <a:ext cx="20388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6" name="Google Shape;606;p43"/>
          <p:cNvSpPr txBox="1"/>
          <p:nvPr>
            <p:ph idx="14" type="subTitle"/>
          </p:nvPr>
        </p:nvSpPr>
        <p:spPr>
          <a:xfrm>
            <a:off x="6189700" y="3504913"/>
            <a:ext cx="20388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7" name="Google Shape;607;p43"/>
          <p:cNvSpPr txBox="1"/>
          <p:nvPr>
            <p:ph idx="15" type="body"/>
          </p:nvPr>
        </p:nvSpPr>
        <p:spPr>
          <a:xfrm>
            <a:off x="6189700" y="4035086"/>
            <a:ext cx="20388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3">
  <p:cSld name="CUSTOM_18">
    <p:bg>
      <p:bgPr>
        <a:solidFill>
          <a:schemeClr val="accent1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4"/>
          <p:cNvSpPr/>
          <p:nvPr/>
        </p:nvSpPr>
        <p:spPr>
          <a:xfrm>
            <a:off x="554925" y="1073150"/>
            <a:ext cx="1790700" cy="3646500"/>
          </a:xfrm>
          <a:prstGeom prst="roundRect">
            <a:avLst>
              <a:gd fmla="val 697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4"/>
          <p:cNvSpPr txBox="1"/>
          <p:nvPr>
            <p:ph idx="1" type="subTitle"/>
          </p:nvPr>
        </p:nvSpPr>
        <p:spPr>
          <a:xfrm>
            <a:off x="655200" y="3208775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1" name="Google Shape;611;p44"/>
          <p:cNvSpPr txBox="1"/>
          <p:nvPr>
            <p:ph idx="2" type="body"/>
          </p:nvPr>
        </p:nvSpPr>
        <p:spPr>
          <a:xfrm>
            <a:off x="655200" y="3722458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2" name="Google Shape;612;p44"/>
          <p:cNvSpPr txBox="1"/>
          <p:nvPr>
            <p:ph type="ctrTitle"/>
          </p:nvPr>
        </p:nvSpPr>
        <p:spPr>
          <a:xfrm>
            <a:off x="722550" y="249050"/>
            <a:ext cx="7698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3" name="Google Shape;613;p44"/>
          <p:cNvSpPr/>
          <p:nvPr/>
        </p:nvSpPr>
        <p:spPr>
          <a:xfrm>
            <a:off x="748136" y="1359175"/>
            <a:ext cx="1499520" cy="1498844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9"/>
          </a:p>
        </p:txBody>
      </p:sp>
      <p:sp>
        <p:nvSpPr>
          <p:cNvPr id="614" name="Google Shape;614;p44"/>
          <p:cNvSpPr/>
          <p:nvPr/>
        </p:nvSpPr>
        <p:spPr>
          <a:xfrm>
            <a:off x="756161" y="2485795"/>
            <a:ext cx="409784" cy="403758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4"/>
          <p:cNvSpPr/>
          <p:nvPr/>
        </p:nvSpPr>
        <p:spPr>
          <a:xfrm>
            <a:off x="652900" y="2714481"/>
            <a:ext cx="288387" cy="287711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4"/>
          <p:cNvSpPr/>
          <p:nvPr>
            <p:ph idx="3" type="pic"/>
          </p:nvPr>
        </p:nvSpPr>
        <p:spPr>
          <a:xfrm>
            <a:off x="843703" y="1454412"/>
            <a:ext cx="1308300" cy="130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7" name="Google Shape;617;p44"/>
          <p:cNvSpPr/>
          <p:nvPr/>
        </p:nvSpPr>
        <p:spPr>
          <a:xfrm>
            <a:off x="2651925" y="1074400"/>
            <a:ext cx="1790700" cy="3646500"/>
          </a:xfrm>
          <a:prstGeom prst="roundRect">
            <a:avLst>
              <a:gd fmla="val 697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4"/>
          <p:cNvSpPr txBox="1"/>
          <p:nvPr>
            <p:ph idx="4" type="subTitle"/>
          </p:nvPr>
        </p:nvSpPr>
        <p:spPr>
          <a:xfrm>
            <a:off x="2752200" y="3210025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9" name="Google Shape;619;p44"/>
          <p:cNvSpPr txBox="1"/>
          <p:nvPr>
            <p:ph idx="5" type="body"/>
          </p:nvPr>
        </p:nvSpPr>
        <p:spPr>
          <a:xfrm>
            <a:off x="2752200" y="3723708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0" name="Google Shape;620;p44"/>
          <p:cNvSpPr/>
          <p:nvPr/>
        </p:nvSpPr>
        <p:spPr>
          <a:xfrm>
            <a:off x="2845136" y="1360425"/>
            <a:ext cx="1499520" cy="1498844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9"/>
          </a:p>
        </p:txBody>
      </p:sp>
      <p:sp>
        <p:nvSpPr>
          <p:cNvPr id="621" name="Google Shape;621;p44"/>
          <p:cNvSpPr/>
          <p:nvPr/>
        </p:nvSpPr>
        <p:spPr>
          <a:xfrm>
            <a:off x="2853161" y="2487045"/>
            <a:ext cx="409784" cy="403758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4"/>
          <p:cNvSpPr/>
          <p:nvPr/>
        </p:nvSpPr>
        <p:spPr>
          <a:xfrm>
            <a:off x="2749900" y="2715731"/>
            <a:ext cx="288387" cy="287711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/>
          <p:nvPr>
            <p:ph idx="6" type="pic"/>
          </p:nvPr>
        </p:nvSpPr>
        <p:spPr>
          <a:xfrm>
            <a:off x="2940703" y="1455662"/>
            <a:ext cx="1308300" cy="130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4" name="Google Shape;624;p44"/>
          <p:cNvSpPr/>
          <p:nvPr/>
        </p:nvSpPr>
        <p:spPr>
          <a:xfrm>
            <a:off x="4749825" y="1074400"/>
            <a:ext cx="1790700" cy="3646500"/>
          </a:xfrm>
          <a:prstGeom prst="roundRect">
            <a:avLst>
              <a:gd fmla="val 697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4"/>
          <p:cNvSpPr txBox="1"/>
          <p:nvPr>
            <p:ph idx="7" type="subTitle"/>
          </p:nvPr>
        </p:nvSpPr>
        <p:spPr>
          <a:xfrm>
            <a:off x="4850100" y="3210025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6" name="Google Shape;626;p44"/>
          <p:cNvSpPr txBox="1"/>
          <p:nvPr>
            <p:ph idx="8" type="body"/>
          </p:nvPr>
        </p:nvSpPr>
        <p:spPr>
          <a:xfrm>
            <a:off x="4850100" y="3723708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7" name="Google Shape;627;p44"/>
          <p:cNvSpPr/>
          <p:nvPr/>
        </p:nvSpPr>
        <p:spPr>
          <a:xfrm>
            <a:off x="4943036" y="1360425"/>
            <a:ext cx="1499520" cy="1498844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9"/>
          </a:p>
        </p:txBody>
      </p:sp>
      <p:sp>
        <p:nvSpPr>
          <p:cNvPr id="628" name="Google Shape;628;p44"/>
          <p:cNvSpPr/>
          <p:nvPr/>
        </p:nvSpPr>
        <p:spPr>
          <a:xfrm>
            <a:off x="4951061" y="2487045"/>
            <a:ext cx="409784" cy="403758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4"/>
          <p:cNvSpPr/>
          <p:nvPr/>
        </p:nvSpPr>
        <p:spPr>
          <a:xfrm>
            <a:off x="4847800" y="2715731"/>
            <a:ext cx="288387" cy="287711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4"/>
          <p:cNvSpPr/>
          <p:nvPr>
            <p:ph idx="9" type="pic"/>
          </p:nvPr>
        </p:nvSpPr>
        <p:spPr>
          <a:xfrm>
            <a:off x="5038603" y="1455662"/>
            <a:ext cx="1308300" cy="130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31" name="Google Shape;631;p44"/>
          <p:cNvSpPr/>
          <p:nvPr/>
        </p:nvSpPr>
        <p:spPr>
          <a:xfrm>
            <a:off x="6847725" y="1074400"/>
            <a:ext cx="1790700" cy="3646500"/>
          </a:xfrm>
          <a:prstGeom prst="roundRect">
            <a:avLst>
              <a:gd fmla="val 697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4"/>
          <p:cNvSpPr txBox="1"/>
          <p:nvPr>
            <p:ph idx="13" type="subTitle"/>
          </p:nvPr>
        </p:nvSpPr>
        <p:spPr>
          <a:xfrm>
            <a:off x="6948000" y="3210025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3" name="Google Shape;633;p44"/>
          <p:cNvSpPr txBox="1"/>
          <p:nvPr>
            <p:ph idx="14" type="body"/>
          </p:nvPr>
        </p:nvSpPr>
        <p:spPr>
          <a:xfrm>
            <a:off x="6948000" y="3723708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4" name="Google Shape;634;p44"/>
          <p:cNvSpPr/>
          <p:nvPr/>
        </p:nvSpPr>
        <p:spPr>
          <a:xfrm>
            <a:off x="7040936" y="1360425"/>
            <a:ext cx="1499520" cy="1498844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9"/>
          </a:p>
        </p:txBody>
      </p:sp>
      <p:sp>
        <p:nvSpPr>
          <p:cNvPr id="635" name="Google Shape;635;p44"/>
          <p:cNvSpPr/>
          <p:nvPr/>
        </p:nvSpPr>
        <p:spPr>
          <a:xfrm>
            <a:off x="7048961" y="2487045"/>
            <a:ext cx="409784" cy="403758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4"/>
          <p:cNvSpPr/>
          <p:nvPr/>
        </p:nvSpPr>
        <p:spPr>
          <a:xfrm>
            <a:off x="6945700" y="2715731"/>
            <a:ext cx="288387" cy="287711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03000" lIns="103000" spcFirstLastPara="1" rIns="103000" wrap="square" tIns="10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4"/>
          <p:cNvSpPr/>
          <p:nvPr>
            <p:ph idx="15" type="pic"/>
          </p:nvPr>
        </p:nvSpPr>
        <p:spPr>
          <a:xfrm>
            <a:off x="7136503" y="1455662"/>
            <a:ext cx="1308300" cy="1308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19">
    <p:bg>
      <p:bgPr>
        <a:solidFill>
          <a:schemeClr val="accen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5"/>
          <p:cNvSpPr txBox="1"/>
          <p:nvPr>
            <p:ph idx="1" type="subTitle"/>
          </p:nvPr>
        </p:nvSpPr>
        <p:spPr>
          <a:xfrm>
            <a:off x="4806000" y="1338575"/>
            <a:ext cx="3956100" cy="426600"/>
          </a:xfrm>
          <a:prstGeom prst="rect">
            <a:avLst/>
          </a:prstGeom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0" name="Google Shape;640;p45"/>
          <p:cNvSpPr txBox="1"/>
          <p:nvPr>
            <p:ph idx="2" type="body"/>
          </p:nvPr>
        </p:nvSpPr>
        <p:spPr>
          <a:xfrm>
            <a:off x="4806000" y="1765175"/>
            <a:ext cx="3956100" cy="426600"/>
          </a:xfrm>
          <a:prstGeom prst="rect">
            <a:avLst/>
          </a:prstGeom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1" name="Google Shape;641;p45"/>
          <p:cNvSpPr txBox="1"/>
          <p:nvPr>
            <p:ph idx="3" type="body"/>
          </p:nvPr>
        </p:nvSpPr>
        <p:spPr>
          <a:xfrm>
            <a:off x="4806000" y="2539375"/>
            <a:ext cx="3956100" cy="2172900"/>
          </a:xfrm>
          <a:prstGeom prst="rect">
            <a:avLst/>
          </a:prstGeom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2" name="Google Shape;642;p45"/>
          <p:cNvSpPr/>
          <p:nvPr/>
        </p:nvSpPr>
        <p:spPr>
          <a:xfrm>
            <a:off x="614750" y="1035883"/>
            <a:ext cx="3034344" cy="3034344"/>
          </a:xfrm>
          <a:custGeom>
            <a:rect b="b" l="l" r="r" t="t"/>
            <a:pathLst>
              <a:path extrusionOk="0" h="32841" w="32841">
                <a:moveTo>
                  <a:pt x="16433" y="0"/>
                </a:moveTo>
                <a:cubicBezTo>
                  <a:pt x="7359" y="0"/>
                  <a:pt x="1" y="7359"/>
                  <a:pt x="1" y="16432"/>
                </a:cubicBezTo>
                <a:cubicBezTo>
                  <a:pt x="1" y="25482"/>
                  <a:pt x="7359" y="32840"/>
                  <a:pt x="16433" y="32840"/>
                </a:cubicBezTo>
                <a:cubicBezTo>
                  <a:pt x="25506" y="32840"/>
                  <a:pt x="32841" y="25482"/>
                  <a:pt x="32841" y="16432"/>
                </a:cubicBezTo>
                <a:cubicBezTo>
                  <a:pt x="32841" y="7359"/>
                  <a:pt x="25506" y="0"/>
                  <a:pt x="164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5"/>
          <p:cNvSpPr/>
          <p:nvPr/>
        </p:nvSpPr>
        <p:spPr>
          <a:xfrm>
            <a:off x="2746933" y="3398950"/>
            <a:ext cx="825180" cy="781292"/>
          </a:xfrm>
          <a:custGeom>
            <a:rect b="b" l="l" r="r" t="t"/>
            <a:pathLst>
              <a:path extrusionOk="0" h="8456" w="8931">
                <a:moveTo>
                  <a:pt x="6978" y="1"/>
                </a:moveTo>
                <a:lnTo>
                  <a:pt x="0" y="5859"/>
                </a:lnTo>
                <a:cubicBezTo>
                  <a:pt x="342" y="5709"/>
                  <a:pt x="690" y="5640"/>
                  <a:pt x="1028" y="5640"/>
                </a:cubicBezTo>
                <a:cubicBezTo>
                  <a:pt x="2455" y="5640"/>
                  <a:pt x="3702" y="6876"/>
                  <a:pt x="3548" y="8455"/>
                </a:cubicBezTo>
                <a:lnTo>
                  <a:pt x="8930" y="3954"/>
                </a:lnTo>
                <a:cubicBezTo>
                  <a:pt x="6978" y="3811"/>
                  <a:pt x="5906" y="1620"/>
                  <a:pt x="69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5"/>
          <p:cNvSpPr/>
          <p:nvPr/>
        </p:nvSpPr>
        <p:spPr>
          <a:xfrm>
            <a:off x="2520290" y="818018"/>
            <a:ext cx="653602" cy="572202"/>
          </a:xfrm>
          <a:custGeom>
            <a:rect b="b" l="l" r="r" t="t"/>
            <a:pathLst>
              <a:path extrusionOk="0" h="6193" w="7074">
                <a:moveTo>
                  <a:pt x="2882" y="1"/>
                </a:moveTo>
                <a:lnTo>
                  <a:pt x="2882" y="1"/>
                </a:lnTo>
                <a:cubicBezTo>
                  <a:pt x="3301" y="1551"/>
                  <a:pt x="2117" y="2990"/>
                  <a:pt x="626" y="2990"/>
                </a:cubicBezTo>
                <a:cubicBezTo>
                  <a:pt x="422" y="2990"/>
                  <a:pt x="212" y="2963"/>
                  <a:pt x="0" y="2906"/>
                </a:cubicBezTo>
                <a:lnTo>
                  <a:pt x="0" y="2906"/>
                </a:lnTo>
                <a:lnTo>
                  <a:pt x="6359" y="6192"/>
                </a:lnTo>
                <a:cubicBezTo>
                  <a:pt x="4954" y="5025"/>
                  <a:pt x="5358" y="2787"/>
                  <a:pt x="7073" y="2168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5"/>
          <p:cNvSpPr/>
          <p:nvPr/>
        </p:nvSpPr>
        <p:spPr>
          <a:xfrm>
            <a:off x="2775483" y="446225"/>
            <a:ext cx="589757" cy="589757"/>
          </a:xfrm>
          <a:custGeom>
            <a:rect b="b" l="l" r="r" t="t"/>
            <a:pathLst>
              <a:path extrusionOk="0" h="6383" w="6383">
                <a:moveTo>
                  <a:pt x="3192" y="0"/>
                </a:moveTo>
                <a:cubicBezTo>
                  <a:pt x="1429" y="0"/>
                  <a:pt x="1" y="1429"/>
                  <a:pt x="1" y="3191"/>
                </a:cubicBezTo>
                <a:cubicBezTo>
                  <a:pt x="1" y="4953"/>
                  <a:pt x="1429" y="6382"/>
                  <a:pt x="3192" y="6382"/>
                </a:cubicBezTo>
                <a:cubicBezTo>
                  <a:pt x="4978" y="6382"/>
                  <a:pt x="6383" y="4953"/>
                  <a:pt x="6383" y="3191"/>
                </a:cubicBezTo>
                <a:cubicBezTo>
                  <a:pt x="6383" y="1429"/>
                  <a:pt x="4978" y="0"/>
                  <a:pt x="319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5"/>
          <p:cNvSpPr/>
          <p:nvPr/>
        </p:nvSpPr>
        <p:spPr>
          <a:xfrm>
            <a:off x="3072531" y="3762058"/>
            <a:ext cx="935222" cy="935222"/>
          </a:xfrm>
          <a:custGeom>
            <a:rect b="b" l="l" r="r" t="t"/>
            <a:pathLst>
              <a:path extrusionOk="0" h="10122" w="10122">
                <a:moveTo>
                  <a:pt x="5049" y="0"/>
                </a:moveTo>
                <a:cubicBezTo>
                  <a:pt x="2263" y="0"/>
                  <a:pt x="1" y="2263"/>
                  <a:pt x="1" y="5073"/>
                </a:cubicBezTo>
                <a:cubicBezTo>
                  <a:pt x="1" y="7859"/>
                  <a:pt x="2263" y="10121"/>
                  <a:pt x="5049" y="10121"/>
                </a:cubicBezTo>
                <a:cubicBezTo>
                  <a:pt x="7859" y="10121"/>
                  <a:pt x="10122" y="7859"/>
                  <a:pt x="10122" y="5073"/>
                </a:cubicBezTo>
                <a:cubicBezTo>
                  <a:pt x="10122" y="2263"/>
                  <a:pt x="7859" y="0"/>
                  <a:pt x="50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37875" lIns="337875" spcFirstLastPara="1" rIns="337875" wrap="square" tIns="33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5"/>
          <p:cNvSpPr/>
          <p:nvPr>
            <p:ph idx="4" type="pic"/>
          </p:nvPr>
        </p:nvSpPr>
        <p:spPr>
          <a:xfrm>
            <a:off x="767975" y="1189100"/>
            <a:ext cx="2727900" cy="27279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648" name="Google Shape;648;p45"/>
          <p:cNvCxnSpPr/>
          <p:nvPr/>
        </p:nvCxnSpPr>
        <p:spPr>
          <a:xfrm>
            <a:off x="4820100" y="2362375"/>
            <a:ext cx="39279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45"/>
          <p:cNvSpPr txBox="1"/>
          <p:nvPr>
            <p:ph type="ctrTitle"/>
          </p:nvPr>
        </p:nvSpPr>
        <p:spPr>
          <a:xfrm>
            <a:off x="4806000" y="393825"/>
            <a:ext cx="39561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2">
  <p:cSld name="CUSTOM_20">
    <p:bg>
      <p:bgPr>
        <a:solidFill>
          <a:schemeClr val="accent1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6"/>
          <p:cNvSpPr/>
          <p:nvPr/>
        </p:nvSpPr>
        <p:spPr>
          <a:xfrm>
            <a:off x="379325" y="354025"/>
            <a:ext cx="3380100" cy="4424100"/>
          </a:xfrm>
          <a:prstGeom prst="roundRect">
            <a:avLst>
              <a:gd fmla="val 523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2" name="Google Shape;652;p46"/>
          <p:cNvSpPr txBox="1"/>
          <p:nvPr>
            <p:ph idx="1" type="subTitle"/>
          </p:nvPr>
        </p:nvSpPr>
        <p:spPr>
          <a:xfrm>
            <a:off x="654050" y="3476200"/>
            <a:ext cx="28308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3" name="Google Shape;653;p46"/>
          <p:cNvSpPr txBox="1"/>
          <p:nvPr>
            <p:ph idx="2" type="body"/>
          </p:nvPr>
        </p:nvSpPr>
        <p:spPr>
          <a:xfrm>
            <a:off x="654050" y="4001338"/>
            <a:ext cx="28308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4" name="Google Shape;654;p46"/>
          <p:cNvSpPr txBox="1"/>
          <p:nvPr>
            <p:ph type="ctrTitle"/>
          </p:nvPr>
        </p:nvSpPr>
        <p:spPr>
          <a:xfrm>
            <a:off x="4088175" y="416925"/>
            <a:ext cx="4644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6"/>
          <p:cNvSpPr txBox="1"/>
          <p:nvPr>
            <p:ph idx="3" type="body"/>
          </p:nvPr>
        </p:nvSpPr>
        <p:spPr>
          <a:xfrm>
            <a:off x="4088175" y="1388475"/>
            <a:ext cx="4644600" cy="3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6"/>
          <p:cNvSpPr/>
          <p:nvPr/>
        </p:nvSpPr>
        <p:spPr>
          <a:xfrm>
            <a:off x="775363" y="624087"/>
            <a:ext cx="2588035" cy="2588035"/>
          </a:xfrm>
          <a:custGeom>
            <a:rect b="b" l="l" r="r" t="t"/>
            <a:pathLst>
              <a:path extrusionOk="0" h="32841" w="32841">
                <a:moveTo>
                  <a:pt x="16433" y="0"/>
                </a:moveTo>
                <a:cubicBezTo>
                  <a:pt x="7359" y="0"/>
                  <a:pt x="1" y="7359"/>
                  <a:pt x="1" y="16432"/>
                </a:cubicBezTo>
                <a:cubicBezTo>
                  <a:pt x="1" y="25482"/>
                  <a:pt x="7359" y="32840"/>
                  <a:pt x="16433" y="32840"/>
                </a:cubicBezTo>
                <a:cubicBezTo>
                  <a:pt x="25506" y="32840"/>
                  <a:pt x="32841" y="25482"/>
                  <a:pt x="32841" y="16432"/>
                </a:cubicBezTo>
                <a:cubicBezTo>
                  <a:pt x="32841" y="7359"/>
                  <a:pt x="25506" y="0"/>
                  <a:pt x="164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288175" lIns="288175" spcFirstLastPara="1" rIns="288175" wrap="square" tIns="28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6"/>
          <p:cNvSpPr/>
          <p:nvPr/>
        </p:nvSpPr>
        <p:spPr>
          <a:xfrm>
            <a:off x="2400639" y="438264"/>
            <a:ext cx="557467" cy="488039"/>
          </a:xfrm>
          <a:custGeom>
            <a:rect b="b" l="l" r="r" t="t"/>
            <a:pathLst>
              <a:path extrusionOk="0" h="6193" w="7074">
                <a:moveTo>
                  <a:pt x="2882" y="1"/>
                </a:moveTo>
                <a:lnTo>
                  <a:pt x="2882" y="1"/>
                </a:lnTo>
                <a:cubicBezTo>
                  <a:pt x="3301" y="1551"/>
                  <a:pt x="2117" y="2990"/>
                  <a:pt x="626" y="2990"/>
                </a:cubicBezTo>
                <a:cubicBezTo>
                  <a:pt x="422" y="2990"/>
                  <a:pt x="212" y="2963"/>
                  <a:pt x="0" y="2906"/>
                </a:cubicBezTo>
                <a:lnTo>
                  <a:pt x="0" y="2906"/>
                </a:lnTo>
                <a:lnTo>
                  <a:pt x="6359" y="6192"/>
                </a:lnTo>
                <a:cubicBezTo>
                  <a:pt x="4954" y="5025"/>
                  <a:pt x="5358" y="2787"/>
                  <a:pt x="7073" y="2168"/>
                </a:cubicBezTo>
                <a:lnTo>
                  <a:pt x="288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288175" lIns="288175" spcFirstLastPara="1" rIns="288175" wrap="square" tIns="28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6"/>
          <p:cNvSpPr/>
          <p:nvPr/>
        </p:nvSpPr>
        <p:spPr>
          <a:xfrm>
            <a:off x="2618298" y="121151"/>
            <a:ext cx="503012" cy="503012"/>
          </a:xfrm>
          <a:custGeom>
            <a:rect b="b" l="l" r="r" t="t"/>
            <a:pathLst>
              <a:path extrusionOk="0" h="6383" w="6383">
                <a:moveTo>
                  <a:pt x="3192" y="0"/>
                </a:moveTo>
                <a:cubicBezTo>
                  <a:pt x="1429" y="0"/>
                  <a:pt x="1" y="1429"/>
                  <a:pt x="1" y="3191"/>
                </a:cubicBezTo>
                <a:cubicBezTo>
                  <a:pt x="1" y="4953"/>
                  <a:pt x="1429" y="6382"/>
                  <a:pt x="3192" y="6382"/>
                </a:cubicBezTo>
                <a:cubicBezTo>
                  <a:pt x="4978" y="6382"/>
                  <a:pt x="6383" y="4953"/>
                  <a:pt x="6383" y="3191"/>
                </a:cubicBezTo>
                <a:cubicBezTo>
                  <a:pt x="6383" y="1429"/>
                  <a:pt x="4978" y="0"/>
                  <a:pt x="319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288175" lIns="288175" spcFirstLastPara="1" rIns="288175" wrap="square" tIns="28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6"/>
          <p:cNvSpPr/>
          <p:nvPr>
            <p:ph idx="4" type="pic"/>
          </p:nvPr>
        </p:nvSpPr>
        <p:spPr>
          <a:xfrm>
            <a:off x="906052" y="754770"/>
            <a:ext cx="2326800" cy="2326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3">
  <p:cSld name="CUSTOM_21">
    <p:bg>
      <p:bgPr>
        <a:solidFill>
          <a:schemeClr val="accent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7"/>
          <p:cNvSpPr txBox="1"/>
          <p:nvPr>
            <p:ph idx="1" type="subTitle"/>
          </p:nvPr>
        </p:nvSpPr>
        <p:spPr>
          <a:xfrm>
            <a:off x="723438" y="3481775"/>
            <a:ext cx="25272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2" name="Google Shape;662;p47"/>
          <p:cNvSpPr txBox="1"/>
          <p:nvPr>
            <p:ph idx="2" type="body"/>
          </p:nvPr>
        </p:nvSpPr>
        <p:spPr>
          <a:xfrm>
            <a:off x="723438" y="3976775"/>
            <a:ext cx="25272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7"/>
          <p:cNvSpPr txBox="1"/>
          <p:nvPr>
            <p:ph type="ctrTitle"/>
          </p:nvPr>
        </p:nvSpPr>
        <p:spPr>
          <a:xfrm>
            <a:off x="3873600" y="706175"/>
            <a:ext cx="4604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7"/>
          <p:cNvSpPr txBox="1"/>
          <p:nvPr>
            <p:ph idx="3" type="body"/>
          </p:nvPr>
        </p:nvSpPr>
        <p:spPr>
          <a:xfrm>
            <a:off x="3873600" y="1508975"/>
            <a:ext cx="4604400" cy="29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5" name="Google Shape;665;p47"/>
          <p:cNvSpPr/>
          <p:nvPr/>
        </p:nvSpPr>
        <p:spPr>
          <a:xfrm rot="-5889287">
            <a:off x="740528" y="679188"/>
            <a:ext cx="2446683" cy="2445580"/>
          </a:xfrm>
          <a:custGeom>
            <a:rect b="b" l="l" r="r" t="t"/>
            <a:pathLst>
              <a:path extrusionOk="0" h="53226" w="53250">
                <a:moveTo>
                  <a:pt x="26625" y="1"/>
                </a:moveTo>
                <a:cubicBezTo>
                  <a:pt x="11907" y="1"/>
                  <a:pt x="0" y="11908"/>
                  <a:pt x="0" y="26625"/>
                </a:cubicBezTo>
                <a:cubicBezTo>
                  <a:pt x="0" y="41319"/>
                  <a:pt x="11907" y="53226"/>
                  <a:pt x="26625" y="53226"/>
                </a:cubicBezTo>
                <a:cubicBezTo>
                  <a:pt x="41318" y="53226"/>
                  <a:pt x="53249" y="41319"/>
                  <a:pt x="53249" y="26625"/>
                </a:cubicBezTo>
                <a:cubicBezTo>
                  <a:pt x="53249" y="11908"/>
                  <a:pt x="41318" y="1"/>
                  <a:pt x="266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68050" lIns="168050" spcFirstLastPara="1" rIns="168050" wrap="square" tIns="16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7"/>
          <p:cNvSpPr/>
          <p:nvPr/>
        </p:nvSpPr>
        <p:spPr>
          <a:xfrm rot="-5889495">
            <a:off x="2727360" y="2388935"/>
            <a:ext cx="544517" cy="536509"/>
          </a:xfrm>
          <a:custGeom>
            <a:rect b="b" l="l" r="r" t="t"/>
            <a:pathLst>
              <a:path extrusionOk="0" h="14338" w="14552">
                <a:moveTo>
                  <a:pt x="3311" y="1"/>
                </a:moveTo>
                <a:lnTo>
                  <a:pt x="3311" y="1"/>
                </a:lnTo>
                <a:cubicBezTo>
                  <a:pt x="5169" y="3192"/>
                  <a:pt x="3549" y="7288"/>
                  <a:pt x="1" y="8336"/>
                </a:cubicBezTo>
                <a:lnTo>
                  <a:pt x="6455" y="14337"/>
                </a:lnTo>
                <a:cubicBezTo>
                  <a:pt x="7064" y="11632"/>
                  <a:pt x="9453" y="9883"/>
                  <a:pt x="12018" y="9883"/>
                </a:cubicBezTo>
                <a:cubicBezTo>
                  <a:pt x="12863" y="9883"/>
                  <a:pt x="13726" y="10072"/>
                  <a:pt x="14552" y="10479"/>
                </a:cubicBezTo>
                <a:lnTo>
                  <a:pt x="3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36825" lIns="136825" spcFirstLastPara="1" rIns="136825" wrap="square" tIns="13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7"/>
          <p:cNvSpPr/>
          <p:nvPr/>
        </p:nvSpPr>
        <p:spPr>
          <a:xfrm rot="-5889495">
            <a:off x="3063369" y="2649523"/>
            <a:ext cx="383205" cy="382307"/>
          </a:xfrm>
          <a:custGeom>
            <a:rect b="b" l="l" r="r" t="t"/>
            <a:pathLst>
              <a:path extrusionOk="0" h="10217" w="10241">
                <a:moveTo>
                  <a:pt x="5121" y="1"/>
                </a:moveTo>
                <a:cubicBezTo>
                  <a:pt x="2310" y="1"/>
                  <a:pt x="0" y="2287"/>
                  <a:pt x="0" y="5121"/>
                </a:cubicBezTo>
                <a:cubicBezTo>
                  <a:pt x="0" y="7931"/>
                  <a:pt x="2310" y="10217"/>
                  <a:pt x="5121" y="10217"/>
                </a:cubicBezTo>
                <a:cubicBezTo>
                  <a:pt x="7955" y="10217"/>
                  <a:pt x="10241" y="7931"/>
                  <a:pt x="10241" y="5121"/>
                </a:cubicBezTo>
                <a:cubicBezTo>
                  <a:pt x="10241" y="2287"/>
                  <a:pt x="7955" y="1"/>
                  <a:pt x="51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136825" lIns="136825" spcFirstLastPara="1" rIns="136825" wrap="square" tIns="13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5"/>
          </a:p>
        </p:txBody>
      </p:sp>
      <p:sp>
        <p:nvSpPr>
          <p:cNvPr id="668" name="Google Shape;668;p47"/>
          <p:cNvSpPr/>
          <p:nvPr>
            <p:ph idx="4" type="pic"/>
          </p:nvPr>
        </p:nvSpPr>
        <p:spPr>
          <a:xfrm>
            <a:off x="847733" y="785823"/>
            <a:ext cx="2232300" cy="2232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22">
    <p:bg>
      <p:bgPr>
        <a:solidFill>
          <a:schemeClr val="accent1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8"/>
          <p:cNvSpPr/>
          <p:nvPr/>
        </p:nvSpPr>
        <p:spPr>
          <a:xfrm rot="10800000">
            <a:off x="4774450" y="1551050"/>
            <a:ext cx="71100" cy="813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8"/>
          <p:cNvSpPr/>
          <p:nvPr/>
        </p:nvSpPr>
        <p:spPr>
          <a:xfrm rot="10800000">
            <a:off x="4774450" y="2736100"/>
            <a:ext cx="71100" cy="813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8"/>
          <p:cNvSpPr/>
          <p:nvPr/>
        </p:nvSpPr>
        <p:spPr>
          <a:xfrm rot="10800000">
            <a:off x="4774450" y="3873925"/>
            <a:ext cx="71100" cy="813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8"/>
          <p:cNvSpPr txBox="1"/>
          <p:nvPr/>
        </p:nvSpPr>
        <p:spPr>
          <a:xfrm>
            <a:off x="5153750" y="1455300"/>
            <a:ext cx="3592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Number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74" name="Google Shape;674;p48"/>
          <p:cNvSpPr txBox="1"/>
          <p:nvPr/>
        </p:nvSpPr>
        <p:spPr>
          <a:xfrm>
            <a:off x="5153751" y="2635325"/>
            <a:ext cx="3592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Email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75" name="Google Shape;675;p48"/>
          <p:cNvSpPr txBox="1"/>
          <p:nvPr/>
        </p:nvSpPr>
        <p:spPr>
          <a:xfrm>
            <a:off x="5153750" y="3830450"/>
            <a:ext cx="3592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Site Link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76" name="Google Shape;676;p48"/>
          <p:cNvSpPr txBox="1"/>
          <p:nvPr>
            <p:ph type="ctrTitle"/>
          </p:nvPr>
        </p:nvSpPr>
        <p:spPr>
          <a:xfrm>
            <a:off x="5153875" y="396000"/>
            <a:ext cx="35922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7" name="Google Shape;677;p48"/>
          <p:cNvSpPr txBox="1"/>
          <p:nvPr>
            <p:ph idx="1" type="body"/>
          </p:nvPr>
        </p:nvSpPr>
        <p:spPr>
          <a:xfrm>
            <a:off x="5153275" y="1880175"/>
            <a:ext cx="3592800" cy="49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8" name="Google Shape;678;p48"/>
          <p:cNvSpPr txBox="1"/>
          <p:nvPr>
            <p:ph idx="2" type="body"/>
          </p:nvPr>
        </p:nvSpPr>
        <p:spPr>
          <a:xfrm>
            <a:off x="5153275" y="3060975"/>
            <a:ext cx="3592800" cy="49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48"/>
          <p:cNvSpPr txBox="1"/>
          <p:nvPr>
            <p:ph idx="3" type="body"/>
          </p:nvPr>
        </p:nvSpPr>
        <p:spPr>
          <a:xfrm>
            <a:off x="5153275" y="4256175"/>
            <a:ext cx="3592800" cy="49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680" name="Google Shape;680;p48"/>
          <p:cNvGrpSpPr/>
          <p:nvPr/>
        </p:nvGrpSpPr>
        <p:grpSpPr>
          <a:xfrm flipH="1">
            <a:off x="566329" y="440794"/>
            <a:ext cx="3776983" cy="4312105"/>
            <a:chOff x="5792445" y="1859375"/>
            <a:chExt cx="2323725" cy="2652950"/>
          </a:xfrm>
        </p:grpSpPr>
        <p:sp>
          <p:nvSpPr>
            <p:cNvPr id="681" name="Google Shape;681;p48"/>
            <p:cNvSpPr/>
            <p:nvPr/>
          </p:nvSpPr>
          <p:spPr>
            <a:xfrm>
              <a:off x="5792445" y="1859375"/>
              <a:ext cx="2229650" cy="2229625"/>
            </a:xfrm>
            <a:custGeom>
              <a:rect b="b" l="l" r="r" t="t"/>
              <a:pathLst>
                <a:path extrusionOk="0" h="89185" w="89186">
                  <a:moveTo>
                    <a:pt x="44581" y="0"/>
                  </a:moveTo>
                  <a:cubicBezTo>
                    <a:pt x="19957" y="0"/>
                    <a:pt x="1" y="19980"/>
                    <a:pt x="1" y="44605"/>
                  </a:cubicBezTo>
                  <a:cubicBezTo>
                    <a:pt x="1" y="69229"/>
                    <a:pt x="19957" y="89185"/>
                    <a:pt x="44581" y="89185"/>
                  </a:cubicBezTo>
                  <a:cubicBezTo>
                    <a:pt x="69206" y="89185"/>
                    <a:pt x="89186" y="69229"/>
                    <a:pt x="89186" y="44605"/>
                  </a:cubicBezTo>
                  <a:cubicBezTo>
                    <a:pt x="89186" y="19980"/>
                    <a:pt x="69206" y="0"/>
                    <a:pt x="445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8600" lIns="148600" spcFirstLastPara="1" rIns="148600" wrap="square" tIns="14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21"/>
            </a:p>
          </p:txBody>
        </p:sp>
        <p:sp>
          <p:nvSpPr>
            <p:cNvPr id="682" name="Google Shape;682;p48"/>
            <p:cNvSpPr/>
            <p:nvPr/>
          </p:nvSpPr>
          <p:spPr>
            <a:xfrm>
              <a:off x="7421945" y="3640075"/>
              <a:ext cx="516800" cy="509675"/>
            </a:xfrm>
            <a:custGeom>
              <a:rect b="b" l="l" r="r" t="t"/>
              <a:pathLst>
                <a:path extrusionOk="0" h="20387" w="20672">
                  <a:moveTo>
                    <a:pt x="15171" y="1"/>
                  </a:moveTo>
                  <a:lnTo>
                    <a:pt x="1" y="12932"/>
                  </a:lnTo>
                  <a:cubicBezTo>
                    <a:pt x="1214" y="12299"/>
                    <a:pt x="2478" y="12010"/>
                    <a:pt x="3707" y="12010"/>
                  </a:cubicBezTo>
                  <a:cubicBezTo>
                    <a:pt x="8027" y="12010"/>
                    <a:pt x="11922" y="15585"/>
                    <a:pt x="11718" y="20386"/>
                  </a:cubicBezTo>
                  <a:lnTo>
                    <a:pt x="20672" y="12765"/>
                  </a:lnTo>
                  <a:cubicBezTo>
                    <a:pt x="14552" y="12027"/>
                    <a:pt x="11479" y="4954"/>
                    <a:pt x="151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8600" lIns="148600" spcFirstLastPara="1" rIns="148600" wrap="square" tIns="14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8"/>
            <p:cNvSpPr/>
            <p:nvPr/>
          </p:nvSpPr>
          <p:spPr>
            <a:xfrm>
              <a:off x="7714270" y="3957425"/>
              <a:ext cx="401900" cy="401875"/>
            </a:xfrm>
            <a:custGeom>
              <a:rect b="b" l="l" r="r" t="t"/>
              <a:pathLst>
                <a:path extrusionOk="0" h="16075" w="16076">
                  <a:moveTo>
                    <a:pt x="8050" y="0"/>
                  </a:moveTo>
                  <a:cubicBezTo>
                    <a:pt x="3597" y="0"/>
                    <a:pt x="1" y="3596"/>
                    <a:pt x="1" y="8049"/>
                  </a:cubicBezTo>
                  <a:cubicBezTo>
                    <a:pt x="1" y="12479"/>
                    <a:pt x="3597" y="16075"/>
                    <a:pt x="8050" y="16075"/>
                  </a:cubicBezTo>
                  <a:cubicBezTo>
                    <a:pt x="12480" y="16075"/>
                    <a:pt x="16076" y="12479"/>
                    <a:pt x="16076" y="8049"/>
                  </a:cubicBezTo>
                  <a:cubicBezTo>
                    <a:pt x="16076" y="3596"/>
                    <a:pt x="12480" y="0"/>
                    <a:pt x="8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8600" lIns="148600" spcFirstLastPara="1" rIns="148600" wrap="square" tIns="14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8"/>
            <p:cNvSpPr/>
            <p:nvPr/>
          </p:nvSpPr>
          <p:spPr>
            <a:xfrm>
              <a:off x="7538645" y="4143175"/>
              <a:ext cx="305450" cy="298875"/>
            </a:xfrm>
            <a:custGeom>
              <a:rect b="b" l="l" r="r" t="t"/>
              <a:pathLst>
                <a:path extrusionOk="0" h="11955" w="12218">
                  <a:moveTo>
                    <a:pt x="7050" y="0"/>
                  </a:moveTo>
                  <a:cubicBezTo>
                    <a:pt x="6799" y="3458"/>
                    <a:pt x="3898" y="6090"/>
                    <a:pt x="483" y="6090"/>
                  </a:cubicBezTo>
                  <a:cubicBezTo>
                    <a:pt x="323" y="6090"/>
                    <a:pt x="162" y="6084"/>
                    <a:pt x="1" y="6073"/>
                  </a:cubicBezTo>
                  <a:lnTo>
                    <a:pt x="1" y="6073"/>
                  </a:lnTo>
                  <a:lnTo>
                    <a:pt x="3763" y="11955"/>
                  </a:lnTo>
                  <a:cubicBezTo>
                    <a:pt x="4759" y="9336"/>
                    <a:pt x="7255" y="7717"/>
                    <a:pt x="9900" y="7717"/>
                  </a:cubicBezTo>
                  <a:cubicBezTo>
                    <a:pt x="10671" y="7717"/>
                    <a:pt x="11455" y="7855"/>
                    <a:pt x="12217" y="8145"/>
                  </a:cubicBezTo>
                  <a:lnTo>
                    <a:pt x="70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8600" lIns="148600" spcFirstLastPara="1" rIns="148600" wrap="square" tIns="14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8"/>
            <p:cNvSpPr/>
            <p:nvPr/>
          </p:nvSpPr>
          <p:spPr>
            <a:xfrm>
              <a:off x="7421370" y="4294375"/>
              <a:ext cx="217925" cy="217950"/>
            </a:xfrm>
            <a:custGeom>
              <a:rect b="b" l="l" r="r" t="t"/>
              <a:pathLst>
                <a:path extrusionOk="0" h="8718" w="8717">
                  <a:moveTo>
                    <a:pt x="4358" y="1"/>
                  </a:moveTo>
                  <a:cubicBezTo>
                    <a:pt x="1953" y="1"/>
                    <a:pt x="0" y="1954"/>
                    <a:pt x="0" y="4359"/>
                  </a:cubicBezTo>
                  <a:cubicBezTo>
                    <a:pt x="0" y="6764"/>
                    <a:pt x="1953" y="8717"/>
                    <a:pt x="4358" y="8717"/>
                  </a:cubicBezTo>
                  <a:cubicBezTo>
                    <a:pt x="6787" y="8717"/>
                    <a:pt x="8716" y="6764"/>
                    <a:pt x="8716" y="4359"/>
                  </a:cubicBezTo>
                  <a:cubicBezTo>
                    <a:pt x="8716" y="1954"/>
                    <a:pt x="6787" y="1"/>
                    <a:pt x="43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8600" lIns="148600" spcFirstLastPara="1" rIns="148600" wrap="square" tIns="14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6" name="Google Shape;686;p48"/>
          <p:cNvSpPr/>
          <p:nvPr>
            <p:ph idx="4" type="pic"/>
          </p:nvPr>
        </p:nvSpPr>
        <p:spPr>
          <a:xfrm>
            <a:off x="889875" y="600325"/>
            <a:ext cx="3273600" cy="3273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2">
  <p:cSld name="CUSTOM_23">
    <p:bg>
      <p:bgPr>
        <a:solidFill>
          <a:schemeClr val="accent1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9"/>
          <p:cNvSpPr/>
          <p:nvPr/>
        </p:nvSpPr>
        <p:spPr>
          <a:xfrm>
            <a:off x="3500625" y="-100"/>
            <a:ext cx="6549000" cy="5143500"/>
          </a:xfrm>
          <a:prstGeom prst="roundRect">
            <a:avLst>
              <a:gd fmla="val 371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9"/>
          <p:cNvSpPr txBox="1"/>
          <p:nvPr/>
        </p:nvSpPr>
        <p:spPr>
          <a:xfrm>
            <a:off x="3815625" y="425525"/>
            <a:ext cx="488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Number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0" name="Google Shape;690;p49"/>
          <p:cNvSpPr txBox="1"/>
          <p:nvPr>
            <p:ph idx="1" type="body"/>
          </p:nvPr>
        </p:nvSpPr>
        <p:spPr>
          <a:xfrm>
            <a:off x="3815625" y="850400"/>
            <a:ext cx="4887600" cy="391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1" name="Google Shape;691;p49"/>
          <p:cNvSpPr txBox="1"/>
          <p:nvPr/>
        </p:nvSpPr>
        <p:spPr>
          <a:xfrm>
            <a:off x="3815625" y="2539825"/>
            <a:ext cx="488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Site Link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2" name="Google Shape;692;p49"/>
          <p:cNvSpPr txBox="1"/>
          <p:nvPr>
            <p:ph idx="2" type="body"/>
          </p:nvPr>
        </p:nvSpPr>
        <p:spPr>
          <a:xfrm>
            <a:off x="3815625" y="2964700"/>
            <a:ext cx="4887600" cy="391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3" name="Google Shape;693;p49"/>
          <p:cNvSpPr txBox="1"/>
          <p:nvPr/>
        </p:nvSpPr>
        <p:spPr>
          <a:xfrm>
            <a:off x="3815625" y="1475950"/>
            <a:ext cx="4885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Email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4" name="Google Shape;694;p49"/>
          <p:cNvSpPr txBox="1"/>
          <p:nvPr>
            <p:ph idx="3" type="body"/>
          </p:nvPr>
        </p:nvSpPr>
        <p:spPr>
          <a:xfrm>
            <a:off x="3815625" y="1900825"/>
            <a:ext cx="4886700" cy="391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49"/>
          <p:cNvSpPr txBox="1"/>
          <p:nvPr/>
        </p:nvSpPr>
        <p:spPr>
          <a:xfrm>
            <a:off x="3815625" y="3603700"/>
            <a:ext cx="48849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Address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96" name="Google Shape;696;p49"/>
          <p:cNvSpPr txBox="1"/>
          <p:nvPr>
            <p:ph idx="4" type="body"/>
          </p:nvPr>
        </p:nvSpPr>
        <p:spPr>
          <a:xfrm>
            <a:off x="3815625" y="4028585"/>
            <a:ext cx="4885800" cy="689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7" name="Google Shape;697;p49"/>
          <p:cNvSpPr txBox="1"/>
          <p:nvPr>
            <p:ph type="ctrTitle"/>
          </p:nvPr>
        </p:nvSpPr>
        <p:spPr>
          <a:xfrm>
            <a:off x="527250" y="527175"/>
            <a:ext cx="2466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49"/>
          <p:cNvSpPr/>
          <p:nvPr/>
        </p:nvSpPr>
        <p:spPr>
          <a:xfrm>
            <a:off x="8208050" y="1115650"/>
            <a:ext cx="640885" cy="639662"/>
          </a:xfrm>
          <a:custGeom>
            <a:rect b="b" l="l" r="r" t="t"/>
            <a:pathLst>
              <a:path extrusionOk="0" h="12551" w="12575">
                <a:moveTo>
                  <a:pt x="6287" y="1"/>
                </a:moveTo>
                <a:cubicBezTo>
                  <a:pt x="2834" y="1"/>
                  <a:pt x="0" y="2811"/>
                  <a:pt x="0" y="6264"/>
                </a:cubicBezTo>
                <a:cubicBezTo>
                  <a:pt x="0" y="9741"/>
                  <a:pt x="2834" y="12551"/>
                  <a:pt x="6287" y="12551"/>
                </a:cubicBezTo>
                <a:cubicBezTo>
                  <a:pt x="9764" y="12551"/>
                  <a:pt x="12574" y="9741"/>
                  <a:pt x="12574" y="6264"/>
                </a:cubicBezTo>
                <a:cubicBezTo>
                  <a:pt x="12574" y="2811"/>
                  <a:pt x="9764" y="1"/>
                  <a:pt x="62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86375" lIns="186375" spcFirstLastPara="1" rIns="186375" wrap="square" tIns="1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53"/>
          </a:p>
        </p:txBody>
      </p:sp>
      <p:sp>
        <p:nvSpPr>
          <p:cNvPr id="699" name="Google Shape;699;p49"/>
          <p:cNvSpPr/>
          <p:nvPr/>
        </p:nvSpPr>
        <p:spPr>
          <a:xfrm>
            <a:off x="8649807" y="1074369"/>
            <a:ext cx="155443" cy="146932"/>
          </a:xfrm>
          <a:custGeom>
            <a:rect b="b" l="l" r="r" t="t"/>
            <a:pathLst>
              <a:path extrusionOk="0" h="2883" w="3050">
                <a:moveTo>
                  <a:pt x="1239" y="1"/>
                </a:moveTo>
                <a:lnTo>
                  <a:pt x="1239" y="1"/>
                </a:lnTo>
                <a:cubicBezTo>
                  <a:pt x="1520" y="662"/>
                  <a:pt x="1008" y="1340"/>
                  <a:pt x="370" y="1340"/>
                </a:cubicBezTo>
                <a:cubicBezTo>
                  <a:pt x="250" y="1340"/>
                  <a:pt x="125" y="1316"/>
                  <a:pt x="1" y="1263"/>
                </a:cubicBezTo>
                <a:lnTo>
                  <a:pt x="1" y="1263"/>
                </a:lnTo>
                <a:lnTo>
                  <a:pt x="2287" y="2883"/>
                </a:lnTo>
                <a:cubicBezTo>
                  <a:pt x="1729" y="2254"/>
                  <a:pt x="2170" y="1285"/>
                  <a:pt x="2990" y="1285"/>
                </a:cubicBezTo>
                <a:cubicBezTo>
                  <a:pt x="3010" y="1285"/>
                  <a:pt x="3029" y="1286"/>
                  <a:pt x="3049" y="1287"/>
                </a:cubicBezTo>
                <a:lnTo>
                  <a:pt x="123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86375" lIns="186375" spcFirstLastPara="1" rIns="186375" wrap="square" tIns="1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9"/>
          <p:cNvSpPr/>
          <p:nvPr/>
        </p:nvSpPr>
        <p:spPr>
          <a:xfrm>
            <a:off x="8703217" y="922700"/>
            <a:ext cx="217315" cy="217264"/>
          </a:xfrm>
          <a:custGeom>
            <a:rect b="b" l="l" r="r" t="t"/>
            <a:pathLst>
              <a:path extrusionOk="0" h="4263" w="4264">
                <a:moveTo>
                  <a:pt x="2144" y="0"/>
                </a:moveTo>
                <a:cubicBezTo>
                  <a:pt x="953" y="0"/>
                  <a:pt x="1" y="953"/>
                  <a:pt x="1" y="2120"/>
                </a:cubicBezTo>
                <a:cubicBezTo>
                  <a:pt x="1" y="3310"/>
                  <a:pt x="953" y="4263"/>
                  <a:pt x="2144" y="4263"/>
                </a:cubicBezTo>
                <a:cubicBezTo>
                  <a:pt x="3311" y="4263"/>
                  <a:pt x="4263" y="3310"/>
                  <a:pt x="4263" y="2120"/>
                </a:cubicBezTo>
                <a:cubicBezTo>
                  <a:pt x="4263" y="953"/>
                  <a:pt x="3311" y="0"/>
                  <a:pt x="21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86375" lIns="186375" spcFirstLastPara="1" rIns="186375" wrap="square" tIns="1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49"/>
          <p:cNvSpPr/>
          <p:nvPr/>
        </p:nvSpPr>
        <p:spPr>
          <a:xfrm>
            <a:off x="287907" y="1755300"/>
            <a:ext cx="2660520" cy="2660279"/>
          </a:xfrm>
          <a:custGeom>
            <a:rect b="b" l="l" r="r" t="t"/>
            <a:pathLst>
              <a:path extrusionOk="0" h="61727" w="61729">
                <a:moveTo>
                  <a:pt x="30864" y="0"/>
                </a:moveTo>
                <a:cubicBezTo>
                  <a:pt x="13813" y="0"/>
                  <a:pt x="1" y="13812"/>
                  <a:pt x="1" y="30863"/>
                </a:cubicBezTo>
                <a:cubicBezTo>
                  <a:pt x="1" y="47915"/>
                  <a:pt x="13813" y="61727"/>
                  <a:pt x="30864" y="61727"/>
                </a:cubicBezTo>
                <a:cubicBezTo>
                  <a:pt x="47916" y="61727"/>
                  <a:pt x="61728" y="47915"/>
                  <a:pt x="61728" y="30863"/>
                </a:cubicBezTo>
                <a:cubicBezTo>
                  <a:pt x="61728" y="13812"/>
                  <a:pt x="47916" y="0"/>
                  <a:pt x="308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49"/>
          <p:cNvSpPr/>
          <p:nvPr/>
        </p:nvSpPr>
        <p:spPr>
          <a:xfrm>
            <a:off x="2222712" y="3809103"/>
            <a:ext cx="770843" cy="761576"/>
          </a:xfrm>
          <a:custGeom>
            <a:rect b="b" l="l" r="r" t="t"/>
            <a:pathLst>
              <a:path extrusionOk="0" h="17671" w="17885">
                <a:moveTo>
                  <a:pt x="11860" y="1"/>
                </a:moveTo>
                <a:cubicBezTo>
                  <a:pt x="11849" y="17"/>
                  <a:pt x="11838" y="34"/>
                  <a:pt x="11827" y="51"/>
                </a:cubicBezTo>
                <a:lnTo>
                  <a:pt x="11827" y="51"/>
                </a:lnTo>
                <a:lnTo>
                  <a:pt x="11884" y="1"/>
                </a:lnTo>
                <a:close/>
                <a:moveTo>
                  <a:pt x="11827" y="51"/>
                </a:moveTo>
                <a:lnTo>
                  <a:pt x="0" y="10693"/>
                </a:lnTo>
                <a:cubicBezTo>
                  <a:pt x="941" y="10216"/>
                  <a:pt x="1908" y="9999"/>
                  <a:pt x="2845" y="9999"/>
                </a:cubicBezTo>
                <a:cubicBezTo>
                  <a:pt x="6626" y="9999"/>
                  <a:pt x="9909" y="13529"/>
                  <a:pt x="8954" y="17671"/>
                </a:cubicBezTo>
                <a:lnTo>
                  <a:pt x="17885" y="9598"/>
                </a:lnTo>
                <a:lnTo>
                  <a:pt x="17885" y="9598"/>
                </a:lnTo>
                <a:cubicBezTo>
                  <a:pt x="17605" y="9633"/>
                  <a:pt x="17330" y="9650"/>
                  <a:pt x="17060" y="9650"/>
                </a:cubicBezTo>
                <a:cubicBezTo>
                  <a:pt x="12272" y="9650"/>
                  <a:pt x="9156" y="4260"/>
                  <a:pt x="11827" y="5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9"/>
          <p:cNvSpPr/>
          <p:nvPr/>
        </p:nvSpPr>
        <p:spPr>
          <a:xfrm>
            <a:off x="2596304" y="4219674"/>
            <a:ext cx="904324" cy="904229"/>
          </a:xfrm>
          <a:custGeom>
            <a:rect b="b" l="l" r="r" t="t"/>
            <a:pathLst>
              <a:path extrusionOk="0" h="20981" w="20982">
                <a:moveTo>
                  <a:pt x="10503" y="0"/>
                </a:moveTo>
                <a:cubicBezTo>
                  <a:pt x="4716" y="0"/>
                  <a:pt x="1" y="4692"/>
                  <a:pt x="1" y="10479"/>
                </a:cubicBezTo>
                <a:cubicBezTo>
                  <a:pt x="1" y="16289"/>
                  <a:pt x="4716" y="20981"/>
                  <a:pt x="10503" y="20981"/>
                </a:cubicBezTo>
                <a:cubicBezTo>
                  <a:pt x="16290" y="20981"/>
                  <a:pt x="20981" y="16289"/>
                  <a:pt x="20981" y="10479"/>
                </a:cubicBezTo>
                <a:cubicBezTo>
                  <a:pt x="20981" y="4692"/>
                  <a:pt x="16290" y="0"/>
                  <a:pt x="105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78500" lIns="78500" spcFirstLastPara="1" rIns="78500" wrap="square" tIns="7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9"/>
          <p:cNvSpPr/>
          <p:nvPr>
            <p:ph idx="5" type="pic"/>
          </p:nvPr>
        </p:nvSpPr>
        <p:spPr>
          <a:xfrm>
            <a:off x="431350" y="1898637"/>
            <a:ext cx="2373900" cy="2373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seoModerno ExtraBold"/>
              <a:buNone/>
              <a:defRPr sz="2000">
                <a:solidFill>
                  <a:schemeClr val="dk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seoModerno ExtraBold"/>
              <a:buNone/>
              <a:defRPr sz="2000">
                <a:solidFill>
                  <a:schemeClr val="dk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seoModerno ExtraBold"/>
              <a:buNone/>
              <a:defRPr sz="2000">
                <a:solidFill>
                  <a:schemeClr val="dk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seoModerno ExtraBold"/>
              <a:buNone/>
              <a:defRPr sz="2000">
                <a:solidFill>
                  <a:schemeClr val="dk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seoModerno ExtraBold"/>
              <a:buNone/>
              <a:defRPr sz="2000">
                <a:solidFill>
                  <a:schemeClr val="dk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seoModerno ExtraBold"/>
              <a:buNone/>
              <a:defRPr sz="2000">
                <a:solidFill>
                  <a:schemeClr val="dk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seoModerno ExtraBold"/>
              <a:buNone/>
              <a:defRPr sz="2000">
                <a:solidFill>
                  <a:schemeClr val="dk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seoModerno ExtraBold"/>
              <a:buNone/>
              <a:defRPr sz="2000">
                <a:solidFill>
                  <a:schemeClr val="dk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seoModerno ExtraBold"/>
              <a:buNone/>
              <a:defRPr sz="2000">
                <a:solidFill>
                  <a:schemeClr val="dk1"/>
                </a:solidFill>
                <a:latin typeface="MuseoModerno ExtraBold"/>
                <a:ea typeface="MuseoModerno ExtraBold"/>
                <a:cs typeface="MuseoModerno ExtraBold"/>
                <a:sym typeface="MuseoModerno Extra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strument Sans"/>
              <a:buChar char="●"/>
              <a:defRPr sz="1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strument Sans"/>
              <a:buChar char="○"/>
              <a:defRPr sz="1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strument Sans"/>
              <a:buChar char="■"/>
              <a:defRPr sz="1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strument Sans"/>
              <a:buChar char="●"/>
              <a:defRPr sz="1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strument Sans"/>
              <a:buChar char="○"/>
              <a:defRPr sz="1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strument Sans"/>
              <a:buChar char="■"/>
              <a:defRPr sz="1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strument Sans"/>
              <a:buChar char="●"/>
              <a:defRPr sz="1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strument Sans"/>
              <a:buChar char="○"/>
              <a:defRPr sz="1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strument Sans"/>
              <a:buChar char="■"/>
              <a:defRPr sz="1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0"/>
          <p:cNvSpPr txBox="1"/>
          <p:nvPr>
            <p:ph idx="1" type="subTitle"/>
          </p:nvPr>
        </p:nvSpPr>
        <p:spPr>
          <a:xfrm>
            <a:off x="422700" y="397850"/>
            <a:ext cx="24381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495">
                <a:solidFill>
                  <a:srgbClr val="FFFF00"/>
                </a:solidFill>
              </a:rPr>
              <a:t>By </a:t>
            </a:r>
            <a:endParaRPr sz="1495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495">
                <a:solidFill>
                  <a:srgbClr val="FFFF00"/>
                </a:solidFill>
              </a:rPr>
              <a:t>Mohamed Amine Dherifa</a:t>
            </a:r>
            <a:endParaRPr sz="1495">
              <a:solidFill>
                <a:srgbClr val="FFFF00"/>
              </a:solidFill>
            </a:endParaRPr>
          </a:p>
        </p:txBody>
      </p:sp>
      <p:sp>
        <p:nvSpPr>
          <p:cNvPr id="710" name="Google Shape;710;p50"/>
          <p:cNvSpPr txBox="1"/>
          <p:nvPr>
            <p:ph type="ctrTitle"/>
          </p:nvPr>
        </p:nvSpPr>
        <p:spPr>
          <a:xfrm>
            <a:off x="422700" y="2730150"/>
            <a:ext cx="3794100" cy="20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1"/>
          <p:cNvSpPr txBox="1"/>
          <p:nvPr>
            <p:ph type="ctrTitle"/>
          </p:nvPr>
        </p:nvSpPr>
        <p:spPr>
          <a:xfrm>
            <a:off x="4283950" y="345600"/>
            <a:ext cx="4442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Worm: Autonomous Propagation Without Interaction</a:t>
            </a:r>
            <a:endParaRPr/>
          </a:p>
        </p:txBody>
      </p:sp>
      <p:sp>
        <p:nvSpPr>
          <p:cNvPr id="716" name="Google Shape;716;p51"/>
          <p:cNvSpPr txBox="1"/>
          <p:nvPr>
            <p:ph idx="1" type="body"/>
          </p:nvPr>
        </p:nvSpPr>
        <p:spPr>
          <a:xfrm>
            <a:off x="4283950" y="1174100"/>
            <a:ext cx="4442400" cy="3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Introduction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presentation will explore the worWorm attack, a form of autonomous propagation in cybersecurity. We will delve into its mechanisms, targets, and potential impact.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7" name="Google Shape;717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75" y="512550"/>
            <a:ext cx="2764800" cy="276480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2"/>
          <p:cNvSpPr txBox="1"/>
          <p:nvPr>
            <p:ph type="ctrTitle"/>
          </p:nvPr>
        </p:nvSpPr>
        <p:spPr>
          <a:xfrm>
            <a:off x="2272300" y="345600"/>
            <a:ext cx="6396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Objectives</a:t>
            </a:r>
            <a:endParaRPr/>
          </a:p>
        </p:txBody>
      </p:sp>
      <p:sp>
        <p:nvSpPr>
          <p:cNvPr id="723" name="Google Shape;723;p52"/>
          <p:cNvSpPr txBox="1"/>
          <p:nvPr>
            <p:ph idx="1" type="body"/>
          </p:nvPr>
        </p:nvSpPr>
        <p:spPr>
          <a:xfrm>
            <a:off x="2272300" y="1026000"/>
            <a:ext cx="6396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Understand the definition and principles of the </a:t>
            </a:r>
            <a:r>
              <a:rPr b="1" lang="en"/>
              <a:t>WorWorm attack</a:t>
            </a:r>
            <a:r>
              <a:rPr lang="en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Identify the </a:t>
            </a:r>
            <a:r>
              <a:rPr b="1" lang="en"/>
              <a:t>technical steps</a:t>
            </a:r>
            <a:r>
              <a:rPr lang="en"/>
              <a:t> involved in its execution.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Learn about the </a:t>
            </a:r>
            <a:r>
              <a:rPr b="1" lang="en"/>
              <a:t>vulnerabilities exploited</a:t>
            </a:r>
            <a:r>
              <a:rPr lang="en"/>
              <a:t> and the consequences of the attack.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Explore </a:t>
            </a:r>
            <a:r>
              <a:rPr b="1" lang="en"/>
              <a:t>countermeasures</a:t>
            </a:r>
            <a:r>
              <a:rPr lang="en"/>
              <a:t> and lessons learned for prevention and response.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3"/>
          <p:cNvSpPr txBox="1"/>
          <p:nvPr>
            <p:ph type="ctrTitle"/>
          </p:nvPr>
        </p:nvSpPr>
        <p:spPr>
          <a:xfrm>
            <a:off x="4283950" y="345600"/>
            <a:ext cx="4442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and Description of the Attack</a:t>
            </a:r>
            <a:endParaRPr/>
          </a:p>
        </p:txBody>
      </p:sp>
      <p:sp>
        <p:nvSpPr>
          <p:cNvPr id="729" name="Google Shape;729;p53"/>
          <p:cNvSpPr txBox="1"/>
          <p:nvPr>
            <p:ph idx="1" type="body"/>
          </p:nvPr>
        </p:nvSpPr>
        <p:spPr>
          <a:xfrm>
            <a:off x="4283950" y="1153450"/>
            <a:ext cx="4442400" cy="3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Context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worWorm attack represents a significant threat due to its ability to spread autonomously without human interaction. Understanding this attack is crucial for cybersecurity professionals and students alike.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75" y="512550"/>
            <a:ext cx="2764800" cy="276480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4"/>
          <p:cNvSpPr txBox="1"/>
          <p:nvPr>
            <p:ph type="ctrTitle"/>
          </p:nvPr>
        </p:nvSpPr>
        <p:spPr>
          <a:xfrm>
            <a:off x="4283950" y="345600"/>
            <a:ext cx="4442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and General Principle</a:t>
            </a:r>
            <a:endParaRPr/>
          </a:p>
        </p:txBody>
      </p:sp>
      <p:sp>
        <p:nvSpPr>
          <p:cNvPr id="736" name="Google Shape;736;p54"/>
          <p:cNvSpPr txBox="1"/>
          <p:nvPr>
            <p:ph idx="1" type="body"/>
          </p:nvPr>
        </p:nvSpPr>
        <p:spPr>
          <a:xfrm>
            <a:off x="4283950" y="1163775"/>
            <a:ext cx="4442400" cy="3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Definition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worWorm attack is a type of malware that can propagate autonomously across networks by exploiting vulnerabilities in target systems. It requires minimal to no human intervention to spread.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General Principle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core principle is to identify and exploit vulnerabilities in a system to gain unauthorized access, then replicate and spread to other vulnerable systems.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7" name="Google Shape;737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75" y="512550"/>
            <a:ext cx="2764800" cy="276480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5"/>
          <p:cNvSpPr txBox="1"/>
          <p:nvPr>
            <p:ph type="ctrTitle"/>
          </p:nvPr>
        </p:nvSpPr>
        <p:spPr>
          <a:xfrm>
            <a:off x="338400" y="345600"/>
            <a:ext cx="4908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Preferred Targets</a:t>
            </a:r>
            <a:endParaRPr/>
          </a:p>
        </p:txBody>
      </p:sp>
      <p:sp>
        <p:nvSpPr>
          <p:cNvPr id="743" name="Google Shape;743;p55"/>
          <p:cNvSpPr txBox="1"/>
          <p:nvPr>
            <p:ph idx="1" type="body"/>
          </p:nvPr>
        </p:nvSpPr>
        <p:spPr>
          <a:xfrm>
            <a:off x="338400" y="1026000"/>
            <a:ext cx="49089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Systems: WorWorms typically target systems with known vulnerabilities or weak security configurations, such as: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Unpatched servers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IoT devices</a:t>
            </a:r>
            <a:r>
              <a:rPr lang="en"/>
              <a:t> with default credentials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Network devices</a:t>
            </a:r>
            <a:r>
              <a:rPr lang="en"/>
              <a:t> with outdated firmware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600" y="1088475"/>
            <a:ext cx="2727900" cy="272790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6"/>
          <p:cNvSpPr txBox="1"/>
          <p:nvPr>
            <p:ph type="ctrTitle"/>
          </p:nvPr>
        </p:nvSpPr>
        <p:spPr>
          <a:xfrm>
            <a:off x="4283950" y="345600"/>
            <a:ext cx="4442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Steps - How the Attack is Carried Out</a:t>
            </a:r>
            <a:endParaRPr/>
          </a:p>
        </p:txBody>
      </p:sp>
      <p:sp>
        <p:nvSpPr>
          <p:cNvPr id="750" name="Google Shape;750;p56"/>
          <p:cNvSpPr txBox="1"/>
          <p:nvPr>
            <p:ph idx="1" type="body"/>
          </p:nvPr>
        </p:nvSpPr>
        <p:spPr>
          <a:xfrm>
            <a:off x="4283950" y="1163775"/>
            <a:ext cx="4442400" cy="3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attack involves a series of technical steps, starting with reconnaissance, followed by exploitation, propagation, and maintenance of access.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1" name="Google Shape;751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75" y="512550"/>
            <a:ext cx="2764800" cy="27648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7"/>
          <p:cNvSpPr txBox="1"/>
          <p:nvPr>
            <p:ph type="ctrTitle"/>
          </p:nvPr>
        </p:nvSpPr>
        <p:spPr>
          <a:xfrm>
            <a:off x="338400" y="345600"/>
            <a:ext cx="4908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 (Reconnaissance Phase)</a:t>
            </a:r>
            <a:endParaRPr/>
          </a:p>
        </p:txBody>
      </p:sp>
      <p:sp>
        <p:nvSpPr>
          <p:cNvPr id="757" name="Google Shape;757;p57"/>
          <p:cNvSpPr txBox="1"/>
          <p:nvPr>
            <p:ph idx="1" type="body"/>
          </p:nvPr>
        </p:nvSpPr>
        <p:spPr>
          <a:xfrm>
            <a:off x="338400" y="1026000"/>
            <a:ext cx="49089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Reconnaissance: Attackers gather information about potential targets through: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Network scanning</a:t>
            </a:r>
            <a:r>
              <a:rPr lang="en"/>
              <a:t>: Identifying open ports and services.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Vulnerability scanning</a:t>
            </a:r>
            <a:r>
              <a:rPr lang="en"/>
              <a:t>: Detecting known vulnerabilities in software and hardware.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Information gathering</a:t>
            </a:r>
            <a:r>
              <a:rPr lang="en"/>
              <a:t>: Collecting publicly available information about the target organization.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8" name="Google Shape;758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600" y="1088475"/>
            <a:ext cx="2727900" cy="272790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8"/>
          <p:cNvSpPr txBox="1"/>
          <p:nvPr>
            <p:ph type="ctrTitle"/>
          </p:nvPr>
        </p:nvSpPr>
        <p:spPr>
          <a:xfrm>
            <a:off x="338400" y="345600"/>
            <a:ext cx="4908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Execution of the Attack </a:t>
            </a:r>
            <a:endParaRPr/>
          </a:p>
        </p:txBody>
      </p:sp>
      <p:sp>
        <p:nvSpPr>
          <p:cNvPr id="764" name="Google Shape;764;p58"/>
          <p:cNvSpPr txBox="1"/>
          <p:nvPr>
            <p:ph idx="1" type="body"/>
          </p:nvPr>
        </p:nvSpPr>
        <p:spPr>
          <a:xfrm>
            <a:off x="338400" y="1026000"/>
            <a:ext cx="49089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Initial Exploitation: The attacker exploits a known vulnerability to gain initial access to the target system. This could be done through: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SQL injection</a:t>
            </a:r>
            <a:r>
              <a:rPr lang="en"/>
              <a:t>: Injecting malicious SQL code to bypass authentication.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Remote code execution</a:t>
            </a:r>
            <a:r>
              <a:rPr lang="en"/>
              <a:t>: Executing arbitrary code on the target system.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Example Command</a:t>
            </a:r>
            <a:r>
              <a:rPr lang="en"/>
              <a:t>: </a:t>
            </a:r>
            <a:r>
              <a:rPr i="1" lang="en"/>
              <a:t>nmap -v -A target_ip</a:t>
            </a:r>
            <a:r>
              <a:rPr lang="en"/>
              <a:t> (for network scanning)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5" name="Google Shape;765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200" y="1114100"/>
            <a:ext cx="2727900" cy="272790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9"/>
          <p:cNvSpPr txBox="1"/>
          <p:nvPr>
            <p:ph type="ctrTitle"/>
          </p:nvPr>
        </p:nvSpPr>
        <p:spPr>
          <a:xfrm>
            <a:off x="3909625" y="345600"/>
            <a:ext cx="4903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Execution of the Attack  </a:t>
            </a:r>
            <a:endParaRPr/>
          </a:p>
        </p:txBody>
      </p:sp>
      <p:sp>
        <p:nvSpPr>
          <p:cNvPr id="771" name="Google Shape;771;p59"/>
          <p:cNvSpPr txBox="1"/>
          <p:nvPr>
            <p:ph idx="1" type="body"/>
          </p:nvPr>
        </p:nvSpPr>
        <p:spPr>
          <a:xfrm>
            <a:off x="3909625" y="1026000"/>
            <a:ext cx="49032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Propagation: Once inside, the worWorm replicates itself and spreads to other vulnerable systems on the network. This involves: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Scanning the network</a:t>
            </a:r>
            <a:r>
              <a:rPr lang="en"/>
              <a:t>: Identifying other potential targets.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Exploiting similar vulnerabilities</a:t>
            </a:r>
            <a:r>
              <a:rPr lang="en"/>
              <a:t>: Using the same or different exploits to compromise additional systems.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Step 3: Payload Delivery: After gaining access to multiple systems, the worWorm delivers its malicious payload. This could include: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Data theft</a:t>
            </a:r>
            <a:r>
              <a:rPr lang="en"/>
              <a:t>: Stealing sensitive information from compromised systems.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System disruption</a:t>
            </a:r>
            <a:r>
              <a:rPr lang="en"/>
              <a:t>: Causing denial-of-service attacks or system crashes.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Malware installation</a:t>
            </a:r>
            <a:r>
              <a:rPr lang="en"/>
              <a:t>: Installing additional malware for long-term control.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2" name="Google Shape;772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75" y="512550"/>
            <a:ext cx="2764800" cy="2764800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0"/>
          <p:cNvSpPr txBox="1"/>
          <p:nvPr>
            <p:ph type="ctrTitle"/>
          </p:nvPr>
        </p:nvSpPr>
        <p:spPr>
          <a:xfrm>
            <a:off x="3909625" y="345600"/>
            <a:ext cx="4903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Commands/Tools Used</a:t>
            </a:r>
            <a:endParaRPr/>
          </a:p>
        </p:txBody>
      </p:sp>
      <p:sp>
        <p:nvSpPr>
          <p:cNvPr id="778" name="Google Shape;778;p60"/>
          <p:cNvSpPr txBox="1"/>
          <p:nvPr>
            <p:ph idx="1" type="body"/>
          </p:nvPr>
        </p:nvSpPr>
        <p:spPr>
          <a:xfrm>
            <a:off x="3909625" y="1026000"/>
            <a:ext cx="49032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Tools: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Nmap</a:t>
            </a:r>
            <a:r>
              <a:rPr lang="en"/>
              <a:t>: For network scanning and service discovery.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Metasploit</a:t>
            </a:r>
            <a:r>
              <a:rPr lang="en"/>
              <a:t>: For vulnerability exploitation and payload delivery.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Wireshark</a:t>
            </a:r>
            <a:r>
              <a:rPr lang="en"/>
              <a:t>: For network traffic analysis.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Example Command</a:t>
            </a:r>
            <a:r>
              <a:rPr lang="en"/>
              <a:t>: </a:t>
            </a:r>
            <a:r>
              <a:rPr i="1" lang="en"/>
              <a:t>msfconsole</a:t>
            </a:r>
            <a:r>
              <a:rPr lang="en"/>
              <a:t> (to launch Metasploit)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9" name="Google Shape;779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75" y="512550"/>
            <a:ext cx="2764800" cy="276480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1"/>
          <p:cNvSpPr txBox="1"/>
          <p:nvPr>
            <p:ph type="ctrTitle"/>
          </p:nvPr>
        </p:nvSpPr>
        <p:spPr>
          <a:xfrm>
            <a:off x="3909625" y="345600"/>
            <a:ext cx="4903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Maintaining Access and Exfiltration</a:t>
            </a:r>
            <a:endParaRPr/>
          </a:p>
        </p:txBody>
      </p:sp>
      <p:sp>
        <p:nvSpPr>
          <p:cNvPr id="785" name="Google Shape;785;p61"/>
          <p:cNvSpPr txBox="1"/>
          <p:nvPr>
            <p:ph idx="1" type="body"/>
          </p:nvPr>
        </p:nvSpPr>
        <p:spPr>
          <a:xfrm>
            <a:off x="3909625" y="1026000"/>
            <a:ext cx="49032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Maintaining Access: Attackers ensure continued access to compromised systems by: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Installing backdoors</a:t>
            </a:r>
            <a:r>
              <a:rPr lang="en"/>
              <a:t>: Creating hidden entry points for future access.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Creating rogue accounts</a:t>
            </a:r>
            <a:r>
              <a:rPr lang="en"/>
              <a:t>: Establishing new user accounts with administrative privileges.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Exfiltration: Data is exfiltrated using various methods: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FTP: Transferring files to an external server.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HTTP: Sending data through web traffic.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Email: Sending data as attachments.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75" y="512550"/>
            <a:ext cx="2764800" cy="2764800"/>
          </a:xfrm>
          <a:prstGeom prst="ellipse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2"/>
          <p:cNvSpPr txBox="1"/>
          <p:nvPr>
            <p:ph type="ctrTitle"/>
          </p:nvPr>
        </p:nvSpPr>
        <p:spPr>
          <a:xfrm>
            <a:off x="3909625" y="345600"/>
            <a:ext cx="4903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Vulnerabilities Exploited</a:t>
            </a:r>
            <a:endParaRPr/>
          </a:p>
        </p:txBody>
      </p:sp>
      <p:sp>
        <p:nvSpPr>
          <p:cNvPr id="792" name="Google Shape;792;p62"/>
          <p:cNvSpPr txBox="1"/>
          <p:nvPr>
            <p:ph idx="1" type="body"/>
          </p:nvPr>
        </p:nvSpPr>
        <p:spPr>
          <a:xfrm>
            <a:off x="3909625" y="1026000"/>
            <a:ext cx="49032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Nature of Vulnerabilities: WorWorms exploit a range of vulnerabilities, including: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Software bugs</a:t>
            </a:r>
            <a:r>
              <a:rPr lang="en"/>
              <a:t>: Flaws in software code that can be exploited.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Configuration errors</a:t>
            </a:r>
            <a:r>
              <a:rPr lang="en"/>
              <a:t>: Misconfigured systems that expose sensitive information.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Weak passwords</a:t>
            </a:r>
            <a:r>
              <a:rPr lang="en"/>
              <a:t>: Easily guessable passwords that allow unauthorized access.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Attack Vectors: Common attack vectors include: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Phishing: Tricking users into revealing credentials or downloading malware.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Drive-by downloads: Infecting systems through compromised websites.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Social engineering: Manipulating individuals to gain access to systems or information.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3" name="Google Shape;793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75" y="512550"/>
            <a:ext cx="2764800" cy="276480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3"/>
          <p:cNvSpPr txBox="1"/>
          <p:nvPr>
            <p:ph idx="1" type="subTitle"/>
          </p:nvPr>
        </p:nvSpPr>
        <p:spPr>
          <a:xfrm>
            <a:off x="567350" y="1306613"/>
            <a:ext cx="190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Impact</a:t>
            </a:r>
            <a:endParaRPr/>
          </a:p>
        </p:txBody>
      </p:sp>
      <p:sp>
        <p:nvSpPr>
          <p:cNvPr id="799" name="Google Shape;799;p63"/>
          <p:cNvSpPr txBox="1"/>
          <p:nvPr>
            <p:ph idx="2" type="body"/>
          </p:nvPr>
        </p:nvSpPr>
        <p:spPr>
          <a:xfrm>
            <a:off x="567350" y="1979138"/>
            <a:ext cx="19035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System compromise</a:t>
            </a:r>
            <a:r>
              <a:rPr lang="en"/>
              <a:t>: Unauthorized access to sensitive systems. </a:t>
            </a:r>
            <a:r>
              <a:rPr b="1" lang="en"/>
              <a:t>Data breaches</a:t>
            </a:r>
            <a:r>
              <a:rPr lang="en"/>
              <a:t>: Theft or exposure of confidential data. </a:t>
            </a:r>
            <a:r>
              <a:rPr b="1" lang="en"/>
              <a:t>Network disruption</a:t>
            </a:r>
            <a:r>
              <a:rPr lang="en"/>
              <a:t>: Downtime and performance degradation.</a:t>
            </a:r>
            <a:endParaRPr/>
          </a:p>
        </p:txBody>
      </p:sp>
      <p:sp>
        <p:nvSpPr>
          <p:cNvPr id="800" name="Google Shape;800;p63"/>
          <p:cNvSpPr txBox="1"/>
          <p:nvPr>
            <p:ph idx="3" type="subTitle"/>
          </p:nvPr>
        </p:nvSpPr>
        <p:spPr>
          <a:xfrm>
            <a:off x="3010575" y="1306600"/>
            <a:ext cx="190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Impact</a:t>
            </a:r>
            <a:endParaRPr/>
          </a:p>
        </p:txBody>
      </p:sp>
      <p:sp>
        <p:nvSpPr>
          <p:cNvPr id="801" name="Google Shape;801;p63"/>
          <p:cNvSpPr txBox="1"/>
          <p:nvPr>
            <p:ph idx="4" type="body"/>
          </p:nvPr>
        </p:nvSpPr>
        <p:spPr>
          <a:xfrm>
            <a:off x="3010575" y="1979125"/>
            <a:ext cx="19035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interruption</a:t>
            </a:r>
            <a:r>
              <a:rPr lang="en"/>
              <a:t>: Disruption of critical business processes. </a:t>
            </a:r>
            <a:r>
              <a:rPr b="1" lang="en"/>
              <a:t>Reputational damage</a:t>
            </a:r>
            <a:r>
              <a:rPr lang="en"/>
              <a:t>: Loss of customer trust and brand value.</a:t>
            </a:r>
            <a:endParaRPr/>
          </a:p>
        </p:txBody>
      </p:sp>
      <p:sp>
        <p:nvSpPr>
          <p:cNvPr id="802" name="Google Shape;802;p63"/>
          <p:cNvSpPr txBox="1"/>
          <p:nvPr>
            <p:ph idx="5" type="subTitle"/>
          </p:nvPr>
        </p:nvSpPr>
        <p:spPr>
          <a:xfrm>
            <a:off x="5447200" y="1306613"/>
            <a:ext cx="190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Impact</a:t>
            </a:r>
            <a:endParaRPr/>
          </a:p>
        </p:txBody>
      </p:sp>
      <p:sp>
        <p:nvSpPr>
          <p:cNvPr id="803" name="Google Shape;803;p63"/>
          <p:cNvSpPr txBox="1"/>
          <p:nvPr>
            <p:ph idx="6" type="body"/>
          </p:nvPr>
        </p:nvSpPr>
        <p:spPr>
          <a:xfrm>
            <a:off x="5447200" y="1979138"/>
            <a:ext cx="19035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Recovery costs</a:t>
            </a:r>
            <a:r>
              <a:rPr lang="en"/>
              <a:t>: Expenses associated with incident response and system restoration. </a:t>
            </a:r>
            <a:r>
              <a:rPr b="1" lang="en"/>
              <a:t>Legal and compliance costs</a:t>
            </a:r>
            <a:r>
              <a:rPr lang="en"/>
              <a:t>: Fines and penalties for regulatory violations.</a:t>
            </a:r>
            <a:endParaRPr/>
          </a:p>
        </p:txBody>
      </p:sp>
      <p:sp>
        <p:nvSpPr>
          <p:cNvPr id="804" name="Google Shape;804;p63"/>
          <p:cNvSpPr txBox="1"/>
          <p:nvPr>
            <p:ph type="ctrTitle"/>
          </p:nvPr>
        </p:nvSpPr>
        <p:spPr>
          <a:xfrm>
            <a:off x="338400" y="261200"/>
            <a:ext cx="7224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and Damage Caused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4"/>
          <p:cNvSpPr txBox="1"/>
          <p:nvPr>
            <p:ph idx="1" type="subTitle"/>
          </p:nvPr>
        </p:nvSpPr>
        <p:spPr>
          <a:xfrm>
            <a:off x="567350" y="1306613"/>
            <a:ext cx="190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Detection of the Attack</a:t>
            </a:r>
            <a:endParaRPr/>
          </a:p>
        </p:txBody>
      </p:sp>
      <p:sp>
        <p:nvSpPr>
          <p:cNvPr id="810" name="Google Shape;810;p64"/>
          <p:cNvSpPr txBox="1"/>
          <p:nvPr>
            <p:ph idx="2" type="body"/>
          </p:nvPr>
        </p:nvSpPr>
        <p:spPr>
          <a:xfrm>
            <a:off x="567350" y="1979138"/>
            <a:ext cx="19035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Network monitoring</a:t>
            </a:r>
            <a:r>
              <a:rPr lang="en"/>
              <a:t>: Monitoring network traffic for suspicious activity. </a:t>
            </a:r>
            <a:r>
              <a:rPr b="1" lang="en"/>
              <a:t>Intrusion detection systems (IDS)</a:t>
            </a:r>
            <a:r>
              <a:rPr lang="en"/>
              <a:t>: Identifying and alerting on malicious behavior. </a:t>
            </a:r>
            <a:r>
              <a:rPr b="1" lang="en"/>
              <a:t>Log analysis</a:t>
            </a:r>
            <a:r>
              <a:rPr lang="en"/>
              <a:t>: Reviewing system logs for signs of compromise.</a:t>
            </a:r>
            <a:endParaRPr/>
          </a:p>
        </p:txBody>
      </p:sp>
      <p:sp>
        <p:nvSpPr>
          <p:cNvPr id="811" name="Google Shape;811;p64"/>
          <p:cNvSpPr txBox="1"/>
          <p:nvPr>
            <p:ph idx="3" type="subTitle"/>
          </p:nvPr>
        </p:nvSpPr>
        <p:spPr>
          <a:xfrm>
            <a:off x="3010575" y="1306600"/>
            <a:ext cx="190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Preventive Measures</a:t>
            </a:r>
            <a:endParaRPr/>
          </a:p>
        </p:txBody>
      </p:sp>
      <p:sp>
        <p:nvSpPr>
          <p:cNvPr id="812" name="Google Shape;812;p64"/>
          <p:cNvSpPr txBox="1"/>
          <p:nvPr>
            <p:ph idx="4" type="body"/>
          </p:nvPr>
        </p:nvSpPr>
        <p:spPr>
          <a:xfrm>
            <a:off x="3010575" y="1979125"/>
            <a:ext cx="19035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Patch management</a:t>
            </a:r>
            <a:r>
              <a:rPr lang="en"/>
              <a:t>: Regularly updating software and firmware to address known vulnerabilities. </a:t>
            </a:r>
            <a:r>
              <a:rPr b="1" lang="en"/>
              <a:t>Strong passwords</a:t>
            </a:r>
            <a:r>
              <a:rPr lang="en"/>
              <a:t>: Enforcing strong password policies. </a:t>
            </a:r>
            <a:r>
              <a:rPr b="1" lang="en"/>
              <a:t>Network segmentation</a:t>
            </a:r>
            <a:r>
              <a:rPr lang="en"/>
              <a:t>: Isolating critical systems from less secure networks.</a:t>
            </a:r>
            <a:endParaRPr/>
          </a:p>
        </p:txBody>
      </p:sp>
      <p:sp>
        <p:nvSpPr>
          <p:cNvPr id="813" name="Google Shape;813;p64"/>
          <p:cNvSpPr txBox="1"/>
          <p:nvPr>
            <p:ph idx="5" type="subTitle"/>
          </p:nvPr>
        </p:nvSpPr>
        <p:spPr>
          <a:xfrm>
            <a:off x="5447200" y="1306613"/>
            <a:ext cx="19035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 and Recovery Measures</a:t>
            </a:r>
            <a:endParaRPr/>
          </a:p>
        </p:txBody>
      </p:sp>
      <p:sp>
        <p:nvSpPr>
          <p:cNvPr id="814" name="Google Shape;814;p64"/>
          <p:cNvSpPr txBox="1"/>
          <p:nvPr>
            <p:ph idx="6" type="body"/>
          </p:nvPr>
        </p:nvSpPr>
        <p:spPr>
          <a:xfrm>
            <a:off x="5447200" y="1979138"/>
            <a:ext cx="19035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Incident response plan</a:t>
            </a:r>
            <a:r>
              <a:rPr lang="en"/>
              <a:t>: A documented plan for responding to security incidents. </a:t>
            </a:r>
            <a:r>
              <a:rPr b="1" lang="en"/>
              <a:t>System restoration</a:t>
            </a:r>
            <a:r>
              <a:rPr lang="en"/>
              <a:t>: Restoring compromised systems from backups. </a:t>
            </a:r>
            <a:r>
              <a:rPr b="1" lang="en"/>
              <a:t>Forensic analysis</a:t>
            </a:r>
            <a:r>
              <a:rPr lang="en"/>
              <a:t>: Investigating the attack to determine the root cause and extent of the damage.</a:t>
            </a:r>
            <a:endParaRPr/>
          </a:p>
        </p:txBody>
      </p:sp>
      <p:sp>
        <p:nvSpPr>
          <p:cNvPr id="815" name="Google Shape;815;p64"/>
          <p:cNvSpPr txBox="1"/>
          <p:nvPr>
            <p:ph type="ctrTitle"/>
          </p:nvPr>
        </p:nvSpPr>
        <p:spPr>
          <a:xfrm>
            <a:off x="338400" y="261200"/>
            <a:ext cx="7224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Countermeasures and Lessons Learned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5"/>
          <p:cNvSpPr txBox="1"/>
          <p:nvPr>
            <p:ph idx="1" type="subTitle"/>
          </p:nvPr>
        </p:nvSpPr>
        <p:spPr>
          <a:xfrm>
            <a:off x="2590863" y="1044438"/>
            <a:ext cx="61194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Key Points</a:t>
            </a:r>
            <a:endParaRPr/>
          </a:p>
        </p:txBody>
      </p:sp>
      <p:sp>
        <p:nvSpPr>
          <p:cNvPr id="821" name="Google Shape;821;p65"/>
          <p:cNvSpPr txBox="1"/>
          <p:nvPr>
            <p:ph idx="2" type="body"/>
          </p:nvPr>
        </p:nvSpPr>
        <p:spPr>
          <a:xfrm>
            <a:off x="2590850" y="1632815"/>
            <a:ext cx="61194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WorWorm attacks</a:t>
            </a:r>
            <a:r>
              <a:rPr lang="en"/>
              <a:t> are a significant threat due to their </a:t>
            </a:r>
            <a:r>
              <a:rPr b="1" lang="en"/>
              <a:t>autonomous propagation</a:t>
            </a:r>
            <a:r>
              <a:rPr lang="en"/>
              <a:t>, exploiting </a:t>
            </a:r>
            <a:r>
              <a:rPr b="1" lang="en"/>
              <a:t>vulnerabilities</a:t>
            </a:r>
            <a:r>
              <a:rPr lang="en"/>
              <a:t> in target systems. This leads to </a:t>
            </a:r>
            <a:r>
              <a:rPr b="1" lang="en"/>
              <a:t>system compromise</a:t>
            </a:r>
            <a:r>
              <a:rPr lang="en"/>
              <a:t>, </a:t>
            </a:r>
            <a:r>
              <a:rPr b="1" lang="en"/>
              <a:t>data breaches</a:t>
            </a:r>
            <a:r>
              <a:rPr lang="en"/>
              <a:t>, and </a:t>
            </a:r>
            <a:r>
              <a:rPr b="1" lang="en"/>
              <a:t>financial losses</a:t>
            </a:r>
            <a:r>
              <a:rPr lang="en"/>
              <a:t>. Effective </a:t>
            </a:r>
            <a:r>
              <a:rPr b="1" lang="en"/>
              <a:t>countermeasures</a:t>
            </a:r>
            <a:r>
              <a:rPr lang="en"/>
              <a:t> include detection, prevention, and response measures to mitigate these risks.</a:t>
            </a:r>
            <a:endParaRPr/>
          </a:p>
        </p:txBody>
      </p:sp>
      <p:sp>
        <p:nvSpPr>
          <p:cNvPr id="822" name="Google Shape;822;p65"/>
          <p:cNvSpPr txBox="1"/>
          <p:nvPr>
            <p:ph type="ctrTitle"/>
          </p:nvPr>
        </p:nvSpPr>
        <p:spPr>
          <a:xfrm>
            <a:off x="2590850" y="313200"/>
            <a:ext cx="6193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823" name="Google Shape;823;p65"/>
          <p:cNvSpPr txBox="1"/>
          <p:nvPr>
            <p:ph idx="3" type="subTitle"/>
          </p:nvPr>
        </p:nvSpPr>
        <p:spPr>
          <a:xfrm>
            <a:off x="2590863" y="3072682"/>
            <a:ext cx="61194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Developments and Future Trends</a:t>
            </a:r>
            <a:endParaRPr/>
          </a:p>
        </p:txBody>
      </p:sp>
      <p:sp>
        <p:nvSpPr>
          <p:cNvPr id="824" name="Google Shape;824;p65"/>
          <p:cNvSpPr txBox="1"/>
          <p:nvPr>
            <p:ph idx="4" type="body"/>
          </p:nvPr>
        </p:nvSpPr>
        <p:spPr>
          <a:xfrm>
            <a:off x="2590850" y="3661059"/>
            <a:ext cx="61194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Emerging trends include </a:t>
            </a:r>
            <a:r>
              <a:rPr b="1" lang="en"/>
              <a:t>AI-powered worWorms</a:t>
            </a:r>
            <a:r>
              <a:rPr lang="en"/>
              <a:t> that enhance attack effectiveness, and </a:t>
            </a:r>
            <a:r>
              <a:rPr b="1" lang="en"/>
              <a:t>IoT-focused attacks</a:t>
            </a:r>
            <a:r>
              <a:rPr lang="en"/>
              <a:t> targeting vulnerable devices. Additionally, there is increasing </a:t>
            </a:r>
            <a:r>
              <a:rPr b="1" lang="en"/>
              <a:t>sophistication</a:t>
            </a:r>
            <a:r>
              <a:rPr lang="en"/>
              <a:t> in techniques used to evade detection, making it crucial to stay ahead with advanced security measures.</a:t>
            </a:r>
            <a:endParaRPr/>
          </a:p>
        </p:txBody>
      </p:sp>
      <p:pic>
        <p:nvPicPr>
          <p:cNvPr id="825" name="Google Shape;825;p65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325" y="1073938"/>
            <a:ext cx="1710000" cy="1710000"/>
          </a:xfrm>
          <a:prstGeom prst="ellipse">
            <a:avLst/>
          </a:prstGeom>
        </p:spPr>
      </p:pic>
      <p:pic>
        <p:nvPicPr>
          <p:cNvPr id="826" name="Google Shape;826;p65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013" y="3072713"/>
            <a:ext cx="1710000" cy="171000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va Morph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FBFBFB"/>
      </a:lt2>
      <a:accent1>
        <a:srgbClr val="0F0E0E"/>
      </a:accent1>
      <a:accent2>
        <a:srgbClr val="191919"/>
      </a:accent2>
      <a:accent3>
        <a:srgbClr val="121212"/>
      </a:accent3>
      <a:accent4>
        <a:srgbClr val="2C2C2C"/>
      </a:accent4>
      <a:accent5>
        <a:srgbClr val="D54108"/>
      </a:accent5>
      <a:accent6>
        <a:srgbClr val="EE670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